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6" r:id="rId2"/>
    <p:sldId id="256" r:id="rId3"/>
    <p:sldId id="257" r:id="rId4"/>
    <p:sldId id="258" r:id="rId5"/>
    <p:sldId id="259" r:id="rId6"/>
    <p:sldId id="261" r:id="rId7"/>
    <p:sldId id="263" r:id="rId8"/>
    <p:sldId id="264" r:id="rId9"/>
    <p:sldId id="267" r:id="rId10"/>
    <p:sldId id="265" r:id="rId11"/>
    <p:sldId id="268" r:id="rId12"/>
    <p:sldId id="270" r:id="rId13"/>
    <p:sldId id="269" r:id="rId14"/>
    <p:sldId id="271" r:id="rId15"/>
    <p:sldId id="273" r:id="rId16"/>
    <p:sldId id="272" r:id="rId17"/>
    <p:sldId id="274" r:id="rId18"/>
    <p:sldId id="275" r:id="rId19"/>
    <p:sldId id="276"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2BEDD3-7766-4ECD-9F32-C3C2CFB273E2}" type="doc">
      <dgm:prSet loTypeId="urn:microsoft.com/office/officeart/2005/8/layout/pyramid2#1" loCatId="pyramid" qsTypeId="urn:microsoft.com/office/officeart/2005/8/quickstyle/simple1#1" qsCatId="simple" csTypeId="urn:microsoft.com/office/officeart/2005/8/colors/accent1_2#1" csCatId="accent1" phldr="1"/>
      <dgm:spPr/>
    </dgm:pt>
    <dgm:pt modelId="{92E3F8A5-3744-45F8-A2E0-208CADE28D18}">
      <dgm:prSet phldrT="[Text]"/>
      <dgm:spPr/>
      <dgm:t>
        <a:bodyPr/>
        <a:lstStyle/>
        <a:p>
          <a:r>
            <a:rPr lang="en-US" dirty="0"/>
            <a:t>Facial Recognition</a:t>
          </a:r>
        </a:p>
      </dgm:t>
    </dgm:pt>
    <dgm:pt modelId="{7350AEB4-902C-4480-AD92-3C023543D227}" type="parTrans" cxnId="{E168EBBC-CCA3-485E-9081-7934E3B066AB}">
      <dgm:prSet/>
      <dgm:spPr/>
      <dgm:t>
        <a:bodyPr/>
        <a:lstStyle/>
        <a:p>
          <a:endParaRPr lang="en-US"/>
        </a:p>
      </dgm:t>
    </dgm:pt>
    <dgm:pt modelId="{6572FF7C-4199-42E0-9187-B321BF1CA4B3}" type="sibTrans" cxnId="{E168EBBC-CCA3-485E-9081-7934E3B066AB}">
      <dgm:prSet/>
      <dgm:spPr/>
      <dgm:t>
        <a:bodyPr/>
        <a:lstStyle/>
        <a:p>
          <a:endParaRPr lang="en-US"/>
        </a:p>
      </dgm:t>
    </dgm:pt>
    <dgm:pt modelId="{74F8CECF-E543-41E6-8108-0DD6C414117B}">
      <dgm:prSet phldrT="[Text]"/>
      <dgm:spPr/>
      <dgm:t>
        <a:bodyPr/>
        <a:lstStyle/>
        <a:p>
          <a:r>
            <a:rPr lang="en-US" dirty="0"/>
            <a:t>Face Filters</a:t>
          </a:r>
        </a:p>
      </dgm:t>
    </dgm:pt>
    <dgm:pt modelId="{8F698C3C-8841-4A55-95F9-6EE404F54352}" type="parTrans" cxnId="{5D1BEE46-6619-4779-BDFA-2CA13B918C94}">
      <dgm:prSet/>
      <dgm:spPr/>
      <dgm:t>
        <a:bodyPr/>
        <a:lstStyle/>
        <a:p>
          <a:endParaRPr lang="en-US"/>
        </a:p>
      </dgm:t>
    </dgm:pt>
    <dgm:pt modelId="{C87043AC-32C6-4197-AFED-E3A9F07EBE67}" type="sibTrans" cxnId="{5D1BEE46-6619-4779-BDFA-2CA13B918C94}">
      <dgm:prSet/>
      <dgm:spPr/>
      <dgm:t>
        <a:bodyPr/>
        <a:lstStyle/>
        <a:p>
          <a:endParaRPr lang="en-US"/>
        </a:p>
      </dgm:t>
    </dgm:pt>
    <dgm:pt modelId="{D545425A-48E0-443D-BA9D-691A0BFAAB83}">
      <dgm:prSet phldrT="[Text]"/>
      <dgm:spPr/>
      <dgm:t>
        <a:bodyPr/>
        <a:lstStyle/>
        <a:p>
          <a:r>
            <a:rPr lang="en-US" dirty="0"/>
            <a:t>Google’s Search by Image</a:t>
          </a:r>
        </a:p>
      </dgm:t>
    </dgm:pt>
    <dgm:pt modelId="{1885F966-983E-4DE0-BB02-004274AD0E26}" type="parTrans" cxnId="{E804A2EC-9172-40B8-A0F0-92BD0ECB0DCF}">
      <dgm:prSet/>
      <dgm:spPr/>
      <dgm:t>
        <a:bodyPr/>
        <a:lstStyle/>
        <a:p>
          <a:endParaRPr lang="en-US"/>
        </a:p>
      </dgm:t>
    </dgm:pt>
    <dgm:pt modelId="{7A420AE1-17CA-4889-991C-7FF19D454E85}" type="sibTrans" cxnId="{E804A2EC-9172-40B8-A0F0-92BD0ECB0DCF}">
      <dgm:prSet/>
      <dgm:spPr/>
      <dgm:t>
        <a:bodyPr/>
        <a:lstStyle/>
        <a:p>
          <a:endParaRPr lang="en-US"/>
        </a:p>
      </dgm:t>
    </dgm:pt>
    <dgm:pt modelId="{6DF74D4C-A9D8-4C94-BB90-11D3056D97B8}">
      <dgm:prSet phldrT="[Text]"/>
      <dgm:spPr/>
      <dgm:t>
        <a:bodyPr/>
        <a:lstStyle/>
        <a:p>
          <a:r>
            <a:rPr lang="en-US" dirty="0"/>
            <a:t>CV in Retail</a:t>
          </a:r>
        </a:p>
      </dgm:t>
    </dgm:pt>
    <dgm:pt modelId="{685B0CDD-C6B4-4C4C-9D53-78AFFEFB413A}" type="parTrans" cxnId="{426376EB-FCA3-4D3A-981D-3D3216FDC7F9}">
      <dgm:prSet/>
      <dgm:spPr/>
      <dgm:t>
        <a:bodyPr/>
        <a:lstStyle/>
        <a:p>
          <a:endParaRPr lang="en-US"/>
        </a:p>
      </dgm:t>
    </dgm:pt>
    <dgm:pt modelId="{3E5A0A4F-01B7-4C9C-8871-780E670BC96A}" type="sibTrans" cxnId="{426376EB-FCA3-4D3A-981D-3D3216FDC7F9}">
      <dgm:prSet/>
      <dgm:spPr/>
      <dgm:t>
        <a:bodyPr/>
        <a:lstStyle/>
        <a:p>
          <a:endParaRPr lang="en-US"/>
        </a:p>
      </dgm:t>
    </dgm:pt>
    <dgm:pt modelId="{2733D606-B91A-4D3D-9AA5-63B1A20CEEE7}">
      <dgm:prSet phldrT="[Text]"/>
      <dgm:spPr/>
      <dgm:t>
        <a:bodyPr/>
        <a:lstStyle/>
        <a:p>
          <a:r>
            <a:rPr lang="en-US" dirty="0"/>
            <a:t>Self-Driving Cars</a:t>
          </a:r>
        </a:p>
      </dgm:t>
    </dgm:pt>
    <dgm:pt modelId="{0DF1B8EC-DD96-48B0-A948-2D288F164A14}" type="parTrans" cxnId="{C58CA114-4071-46E8-9D78-768B618F38BF}">
      <dgm:prSet/>
      <dgm:spPr/>
      <dgm:t>
        <a:bodyPr/>
        <a:lstStyle/>
        <a:p>
          <a:endParaRPr lang="en-US"/>
        </a:p>
      </dgm:t>
    </dgm:pt>
    <dgm:pt modelId="{971CDBFA-8F23-4181-BB9D-5972F292CE7A}" type="sibTrans" cxnId="{C58CA114-4071-46E8-9D78-768B618F38BF}">
      <dgm:prSet/>
      <dgm:spPr/>
      <dgm:t>
        <a:bodyPr/>
        <a:lstStyle/>
        <a:p>
          <a:endParaRPr lang="en-US"/>
        </a:p>
      </dgm:t>
    </dgm:pt>
    <dgm:pt modelId="{1C2C0819-00B1-4AFF-8564-ACD6A33DA2BC}">
      <dgm:prSet phldrT="[Text]"/>
      <dgm:spPr/>
      <dgm:t>
        <a:bodyPr/>
        <a:lstStyle/>
        <a:p>
          <a:r>
            <a:rPr lang="en-US" dirty="0"/>
            <a:t>Medical Imaging</a:t>
          </a:r>
        </a:p>
      </dgm:t>
    </dgm:pt>
    <dgm:pt modelId="{43B72EFE-A7C1-4A86-BD15-F4694B6F763F}" type="parTrans" cxnId="{653468E5-3710-420C-88C4-21FB1E4C452C}">
      <dgm:prSet/>
      <dgm:spPr/>
      <dgm:t>
        <a:bodyPr/>
        <a:lstStyle/>
        <a:p>
          <a:endParaRPr lang="en-US"/>
        </a:p>
      </dgm:t>
    </dgm:pt>
    <dgm:pt modelId="{78E572E5-E402-4710-A96C-7DA06A5D0BD8}" type="sibTrans" cxnId="{653468E5-3710-420C-88C4-21FB1E4C452C}">
      <dgm:prSet/>
      <dgm:spPr/>
      <dgm:t>
        <a:bodyPr/>
        <a:lstStyle/>
        <a:p>
          <a:endParaRPr lang="en-US"/>
        </a:p>
      </dgm:t>
    </dgm:pt>
    <dgm:pt modelId="{B27EBCD7-6DA0-4817-A962-0677CEAFE5CC}">
      <dgm:prSet phldrT="[Text]"/>
      <dgm:spPr/>
      <dgm:t>
        <a:bodyPr/>
        <a:lstStyle/>
        <a:p>
          <a:r>
            <a:rPr lang="en-US" dirty="0"/>
            <a:t>Google Translate App</a:t>
          </a:r>
        </a:p>
      </dgm:t>
    </dgm:pt>
    <dgm:pt modelId="{F8A25E56-AFEC-4224-8BCE-7539F44EE0F3}" type="parTrans" cxnId="{A32ED806-883D-456C-BDAA-51DE43F1F1E9}">
      <dgm:prSet/>
      <dgm:spPr/>
      <dgm:t>
        <a:bodyPr/>
        <a:lstStyle/>
        <a:p>
          <a:endParaRPr lang="en-US"/>
        </a:p>
      </dgm:t>
    </dgm:pt>
    <dgm:pt modelId="{5BE2245D-7221-4042-A9F4-896464C8D681}" type="sibTrans" cxnId="{A32ED806-883D-456C-BDAA-51DE43F1F1E9}">
      <dgm:prSet/>
      <dgm:spPr/>
      <dgm:t>
        <a:bodyPr/>
        <a:lstStyle/>
        <a:p>
          <a:endParaRPr lang="en-US"/>
        </a:p>
      </dgm:t>
    </dgm:pt>
    <dgm:pt modelId="{4DBBCD49-4546-4B26-B70D-CCAB9B9DADB5}" type="pres">
      <dgm:prSet presAssocID="{252BEDD3-7766-4ECD-9F32-C3C2CFB273E2}" presName="compositeShape" presStyleCnt="0">
        <dgm:presLayoutVars>
          <dgm:dir/>
          <dgm:resizeHandles/>
        </dgm:presLayoutVars>
      </dgm:prSet>
      <dgm:spPr/>
    </dgm:pt>
    <dgm:pt modelId="{FCA44C22-0516-43F5-BD46-F193C6304638}" type="pres">
      <dgm:prSet presAssocID="{252BEDD3-7766-4ECD-9F32-C3C2CFB273E2}" presName="pyramid" presStyleLbl="node1" presStyleIdx="0" presStyleCnt="1" custScaleX="132980"/>
      <dgm:spPr/>
    </dgm:pt>
    <dgm:pt modelId="{8188F828-0DDA-4405-8AB3-0CD4E51F7BAC}" type="pres">
      <dgm:prSet presAssocID="{252BEDD3-7766-4ECD-9F32-C3C2CFB273E2}" presName="theList" presStyleCnt="0"/>
      <dgm:spPr/>
    </dgm:pt>
    <dgm:pt modelId="{AF2DC99F-A43B-4EE0-9BF3-23D67BC748EC}" type="pres">
      <dgm:prSet presAssocID="{92E3F8A5-3744-45F8-A2E0-208CADE28D18}" presName="aNode" presStyleLbl="fgAcc1" presStyleIdx="0" presStyleCnt="7">
        <dgm:presLayoutVars>
          <dgm:bulletEnabled val="1"/>
        </dgm:presLayoutVars>
      </dgm:prSet>
      <dgm:spPr/>
    </dgm:pt>
    <dgm:pt modelId="{9245E5AF-98CB-4ABD-AED0-1267E9FFB146}" type="pres">
      <dgm:prSet presAssocID="{92E3F8A5-3744-45F8-A2E0-208CADE28D18}" presName="aSpace" presStyleCnt="0"/>
      <dgm:spPr/>
    </dgm:pt>
    <dgm:pt modelId="{B337C0BD-C98C-4D10-A6D3-111AFA0C58CF}" type="pres">
      <dgm:prSet presAssocID="{74F8CECF-E543-41E6-8108-0DD6C414117B}" presName="aNode" presStyleLbl="fgAcc1" presStyleIdx="1" presStyleCnt="7">
        <dgm:presLayoutVars>
          <dgm:bulletEnabled val="1"/>
        </dgm:presLayoutVars>
      </dgm:prSet>
      <dgm:spPr/>
    </dgm:pt>
    <dgm:pt modelId="{42443EE4-54CD-41E2-BE78-99837D881C68}" type="pres">
      <dgm:prSet presAssocID="{74F8CECF-E543-41E6-8108-0DD6C414117B}" presName="aSpace" presStyleCnt="0"/>
      <dgm:spPr/>
    </dgm:pt>
    <dgm:pt modelId="{EAEE4A52-19BD-4AA4-A6FF-E96FC09E67BD}" type="pres">
      <dgm:prSet presAssocID="{D545425A-48E0-443D-BA9D-691A0BFAAB83}" presName="aNode" presStyleLbl="fgAcc1" presStyleIdx="2" presStyleCnt="7">
        <dgm:presLayoutVars>
          <dgm:bulletEnabled val="1"/>
        </dgm:presLayoutVars>
      </dgm:prSet>
      <dgm:spPr/>
    </dgm:pt>
    <dgm:pt modelId="{20647491-5BC4-477F-B4B7-06D17E80985E}" type="pres">
      <dgm:prSet presAssocID="{D545425A-48E0-443D-BA9D-691A0BFAAB83}" presName="aSpace" presStyleCnt="0"/>
      <dgm:spPr/>
    </dgm:pt>
    <dgm:pt modelId="{9F6F5B66-BF44-4FF9-A7BB-5E8803D6EA82}" type="pres">
      <dgm:prSet presAssocID="{6DF74D4C-A9D8-4C94-BB90-11D3056D97B8}" presName="aNode" presStyleLbl="fgAcc1" presStyleIdx="3" presStyleCnt="7">
        <dgm:presLayoutVars>
          <dgm:bulletEnabled val="1"/>
        </dgm:presLayoutVars>
      </dgm:prSet>
      <dgm:spPr/>
    </dgm:pt>
    <dgm:pt modelId="{84D46579-BAA2-45D2-9C87-5F8EC63B3605}" type="pres">
      <dgm:prSet presAssocID="{6DF74D4C-A9D8-4C94-BB90-11D3056D97B8}" presName="aSpace" presStyleCnt="0"/>
      <dgm:spPr/>
    </dgm:pt>
    <dgm:pt modelId="{2BE4C48E-7BD1-49E3-93E3-299E9C231E47}" type="pres">
      <dgm:prSet presAssocID="{2733D606-B91A-4D3D-9AA5-63B1A20CEEE7}" presName="aNode" presStyleLbl="fgAcc1" presStyleIdx="4" presStyleCnt="7">
        <dgm:presLayoutVars>
          <dgm:bulletEnabled val="1"/>
        </dgm:presLayoutVars>
      </dgm:prSet>
      <dgm:spPr/>
    </dgm:pt>
    <dgm:pt modelId="{E4A15DB8-9965-48E8-A964-8081976573A8}" type="pres">
      <dgm:prSet presAssocID="{2733D606-B91A-4D3D-9AA5-63B1A20CEEE7}" presName="aSpace" presStyleCnt="0"/>
      <dgm:spPr/>
    </dgm:pt>
    <dgm:pt modelId="{DB560BBF-C298-45B9-82DF-3893E7854A56}" type="pres">
      <dgm:prSet presAssocID="{1C2C0819-00B1-4AFF-8564-ACD6A33DA2BC}" presName="aNode" presStyleLbl="fgAcc1" presStyleIdx="5" presStyleCnt="7">
        <dgm:presLayoutVars>
          <dgm:bulletEnabled val="1"/>
        </dgm:presLayoutVars>
      </dgm:prSet>
      <dgm:spPr/>
    </dgm:pt>
    <dgm:pt modelId="{C875A104-BCE9-4A7E-AEE9-A86E1A02466F}" type="pres">
      <dgm:prSet presAssocID="{1C2C0819-00B1-4AFF-8564-ACD6A33DA2BC}" presName="aSpace" presStyleCnt="0"/>
      <dgm:spPr/>
    </dgm:pt>
    <dgm:pt modelId="{8E626D1C-D7B6-4657-9D33-E525B92148F2}" type="pres">
      <dgm:prSet presAssocID="{B27EBCD7-6DA0-4817-A962-0677CEAFE5CC}" presName="aNode" presStyleLbl="fgAcc1" presStyleIdx="6" presStyleCnt="7">
        <dgm:presLayoutVars>
          <dgm:bulletEnabled val="1"/>
        </dgm:presLayoutVars>
      </dgm:prSet>
      <dgm:spPr/>
    </dgm:pt>
    <dgm:pt modelId="{A231AA8E-E743-4BE4-9ECC-C3A7E42791F3}" type="pres">
      <dgm:prSet presAssocID="{B27EBCD7-6DA0-4817-A962-0677CEAFE5CC}" presName="aSpace" presStyleCnt="0"/>
      <dgm:spPr/>
    </dgm:pt>
  </dgm:ptLst>
  <dgm:cxnLst>
    <dgm:cxn modelId="{A32ED806-883D-456C-BDAA-51DE43F1F1E9}" srcId="{252BEDD3-7766-4ECD-9F32-C3C2CFB273E2}" destId="{B27EBCD7-6DA0-4817-A962-0677CEAFE5CC}" srcOrd="6" destOrd="0" parTransId="{F8A25E56-AFEC-4224-8BCE-7539F44EE0F3}" sibTransId="{5BE2245D-7221-4042-A9F4-896464C8D681}"/>
    <dgm:cxn modelId="{C58CA114-4071-46E8-9D78-768B618F38BF}" srcId="{252BEDD3-7766-4ECD-9F32-C3C2CFB273E2}" destId="{2733D606-B91A-4D3D-9AA5-63B1A20CEEE7}" srcOrd="4" destOrd="0" parTransId="{0DF1B8EC-DD96-48B0-A948-2D288F164A14}" sibTransId="{971CDBFA-8F23-4181-BB9D-5972F292CE7A}"/>
    <dgm:cxn modelId="{699CB233-A4B2-4023-8062-C2B732E623ED}" type="presOf" srcId="{2733D606-B91A-4D3D-9AA5-63B1A20CEEE7}" destId="{2BE4C48E-7BD1-49E3-93E3-299E9C231E47}" srcOrd="0" destOrd="0" presId="urn:microsoft.com/office/officeart/2005/8/layout/pyramid2#1"/>
    <dgm:cxn modelId="{F8F2BC36-FAF5-4424-BC97-A98E2C4E88C3}" type="presOf" srcId="{252BEDD3-7766-4ECD-9F32-C3C2CFB273E2}" destId="{4DBBCD49-4546-4B26-B70D-CCAB9B9DADB5}" srcOrd="0" destOrd="0" presId="urn:microsoft.com/office/officeart/2005/8/layout/pyramid2#1"/>
    <dgm:cxn modelId="{3AAE6839-149E-490E-8A34-F17A619E3AE2}" type="presOf" srcId="{6DF74D4C-A9D8-4C94-BB90-11D3056D97B8}" destId="{9F6F5B66-BF44-4FF9-A7BB-5E8803D6EA82}" srcOrd="0" destOrd="0" presId="urn:microsoft.com/office/officeart/2005/8/layout/pyramid2#1"/>
    <dgm:cxn modelId="{CF60383E-8604-4C21-A08F-11723105DDBD}" type="presOf" srcId="{B27EBCD7-6DA0-4817-A962-0677CEAFE5CC}" destId="{8E626D1C-D7B6-4657-9D33-E525B92148F2}" srcOrd="0" destOrd="0" presId="urn:microsoft.com/office/officeart/2005/8/layout/pyramid2#1"/>
    <dgm:cxn modelId="{5D1BEE46-6619-4779-BDFA-2CA13B918C94}" srcId="{252BEDD3-7766-4ECD-9F32-C3C2CFB273E2}" destId="{74F8CECF-E543-41E6-8108-0DD6C414117B}" srcOrd="1" destOrd="0" parTransId="{8F698C3C-8841-4A55-95F9-6EE404F54352}" sibTransId="{C87043AC-32C6-4197-AFED-E3A9F07EBE67}"/>
    <dgm:cxn modelId="{952D5562-2D5F-472C-AB52-9490CB85BDC7}" type="presOf" srcId="{D545425A-48E0-443D-BA9D-691A0BFAAB83}" destId="{EAEE4A52-19BD-4AA4-A6FF-E96FC09E67BD}" srcOrd="0" destOrd="0" presId="urn:microsoft.com/office/officeart/2005/8/layout/pyramid2#1"/>
    <dgm:cxn modelId="{4AF8EAB5-A4F6-4AF9-9738-4A4B53E25F42}" type="presOf" srcId="{92E3F8A5-3744-45F8-A2E0-208CADE28D18}" destId="{AF2DC99F-A43B-4EE0-9BF3-23D67BC748EC}" srcOrd="0" destOrd="0" presId="urn:microsoft.com/office/officeart/2005/8/layout/pyramid2#1"/>
    <dgm:cxn modelId="{E168EBBC-CCA3-485E-9081-7934E3B066AB}" srcId="{252BEDD3-7766-4ECD-9F32-C3C2CFB273E2}" destId="{92E3F8A5-3744-45F8-A2E0-208CADE28D18}" srcOrd="0" destOrd="0" parTransId="{7350AEB4-902C-4480-AD92-3C023543D227}" sibTransId="{6572FF7C-4199-42E0-9187-B321BF1CA4B3}"/>
    <dgm:cxn modelId="{765268C4-13DB-471B-8384-E55FFEACA410}" type="presOf" srcId="{74F8CECF-E543-41E6-8108-0DD6C414117B}" destId="{B337C0BD-C98C-4D10-A6D3-111AFA0C58CF}" srcOrd="0" destOrd="0" presId="urn:microsoft.com/office/officeart/2005/8/layout/pyramid2#1"/>
    <dgm:cxn modelId="{653468E5-3710-420C-88C4-21FB1E4C452C}" srcId="{252BEDD3-7766-4ECD-9F32-C3C2CFB273E2}" destId="{1C2C0819-00B1-4AFF-8564-ACD6A33DA2BC}" srcOrd="5" destOrd="0" parTransId="{43B72EFE-A7C1-4A86-BD15-F4694B6F763F}" sibTransId="{78E572E5-E402-4710-A96C-7DA06A5D0BD8}"/>
    <dgm:cxn modelId="{426376EB-FCA3-4D3A-981D-3D3216FDC7F9}" srcId="{252BEDD3-7766-4ECD-9F32-C3C2CFB273E2}" destId="{6DF74D4C-A9D8-4C94-BB90-11D3056D97B8}" srcOrd="3" destOrd="0" parTransId="{685B0CDD-C6B4-4C4C-9D53-78AFFEFB413A}" sibTransId="{3E5A0A4F-01B7-4C9C-8871-780E670BC96A}"/>
    <dgm:cxn modelId="{E804A2EC-9172-40B8-A0F0-92BD0ECB0DCF}" srcId="{252BEDD3-7766-4ECD-9F32-C3C2CFB273E2}" destId="{D545425A-48E0-443D-BA9D-691A0BFAAB83}" srcOrd="2" destOrd="0" parTransId="{1885F966-983E-4DE0-BB02-004274AD0E26}" sibTransId="{7A420AE1-17CA-4889-991C-7FF19D454E85}"/>
    <dgm:cxn modelId="{9CECCBF8-50F0-404A-9E9B-AC2ADFC35665}" type="presOf" srcId="{1C2C0819-00B1-4AFF-8564-ACD6A33DA2BC}" destId="{DB560BBF-C298-45B9-82DF-3893E7854A56}" srcOrd="0" destOrd="0" presId="urn:microsoft.com/office/officeart/2005/8/layout/pyramid2#1"/>
    <dgm:cxn modelId="{C5E73199-C1C0-4122-9088-3E0E8CA48940}" type="presParOf" srcId="{4DBBCD49-4546-4B26-B70D-CCAB9B9DADB5}" destId="{FCA44C22-0516-43F5-BD46-F193C6304638}" srcOrd="0" destOrd="0" presId="urn:microsoft.com/office/officeart/2005/8/layout/pyramid2#1"/>
    <dgm:cxn modelId="{E099424F-7A4A-4ED1-94C0-65E9DDE921D0}" type="presParOf" srcId="{4DBBCD49-4546-4B26-B70D-CCAB9B9DADB5}" destId="{8188F828-0DDA-4405-8AB3-0CD4E51F7BAC}" srcOrd="1" destOrd="0" presId="urn:microsoft.com/office/officeart/2005/8/layout/pyramid2#1"/>
    <dgm:cxn modelId="{3812DED9-4812-4915-90EC-5951BACE67F6}" type="presParOf" srcId="{8188F828-0DDA-4405-8AB3-0CD4E51F7BAC}" destId="{AF2DC99F-A43B-4EE0-9BF3-23D67BC748EC}" srcOrd="0" destOrd="0" presId="urn:microsoft.com/office/officeart/2005/8/layout/pyramid2#1"/>
    <dgm:cxn modelId="{ED7BD980-12BB-4287-8C21-D95B2F4030CB}" type="presParOf" srcId="{8188F828-0DDA-4405-8AB3-0CD4E51F7BAC}" destId="{9245E5AF-98CB-4ABD-AED0-1267E9FFB146}" srcOrd="1" destOrd="0" presId="urn:microsoft.com/office/officeart/2005/8/layout/pyramid2#1"/>
    <dgm:cxn modelId="{D473473C-3466-4227-AFF2-EB2E4853021D}" type="presParOf" srcId="{8188F828-0DDA-4405-8AB3-0CD4E51F7BAC}" destId="{B337C0BD-C98C-4D10-A6D3-111AFA0C58CF}" srcOrd="2" destOrd="0" presId="urn:microsoft.com/office/officeart/2005/8/layout/pyramid2#1"/>
    <dgm:cxn modelId="{DE478B8F-CC1A-437E-8FF7-BF5807D5D92A}" type="presParOf" srcId="{8188F828-0DDA-4405-8AB3-0CD4E51F7BAC}" destId="{42443EE4-54CD-41E2-BE78-99837D881C68}" srcOrd="3" destOrd="0" presId="urn:microsoft.com/office/officeart/2005/8/layout/pyramid2#1"/>
    <dgm:cxn modelId="{02CEC00B-83C3-4F9C-9523-90F2213C5E88}" type="presParOf" srcId="{8188F828-0DDA-4405-8AB3-0CD4E51F7BAC}" destId="{EAEE4A52-19BD-4AA4-A6FF-E96FC09E67BD}" srcOrd="4" destOrd="0" presId="urn:microsoft.com/office/officeart/2005/8/layout/pyramid2#1"/>
    <dgm:cxn modelId="{2E5D82FB-0AD1-47BB-A054-9F5B49D40F60}" type="presParOf" srcId="{8188F828-0DDA-4405-8AB3-0CD4E51F7BAC}" destId="{20647491-5BC4-477F-B4B7-06D17E80985E}" srcOrd="5" destOrd="0" presId="urn:microsoft.com/office/officeart/2005/8/layout/pyramid2#1"/>
    <dgm:cxn modelId="{0A93149A-05AA-40BA-AC22-A384D80C11AA}" type="presParOf" srcId="{8188F828-0DDA-4405-8AB3-0CD4E51F7BAC}" destId="{9F6F5B66-BF44-4FF9-A7BB-5E8803D6EA82}" srcOrd="6" destOrd="0" presId="urn:microsoft.com/office/officeart/2005/8/layout/pyramid2#1"/>
    <dgm:cxn modelId="{7FDF011F-884D-49F3-8E0B-8FBE669C531D}" type="presParOf" srcId="{8188F828-0DDA-4405-8AB3-0CD4E51F7BAC}" destId="{84D46579-BAA2-45D2-9C87-5F8EC63B3605}" srcOrd="7" destOrd="0" presId="urn:microsoft.com/office/officeart/2005/8/layout/pyramid2#1"/>
    <dgm:cxn modelId="{BEA965B1-FAEE-4091-8A4B-55BEFC803A63}" type="presParOf" srcId="{8188F828-0DDA-4405-8AB3-0CD4E51F7BAC}" destId="{2BE4C48E-7BD1-49E3-93E3-299E9C231E47}" srcOrd="8" destOrd="0" presId="urn:microsoft.com/office/officeart/2005/8/layout/pyramid2#1"/>
    <dgm:cxn modelId="{24A129AE-DA34-47E3-9745-0BD79E53550A}" type="presParOf" srcId="{8188F828-0DDA-4405-8AB3-0CD4E51F7BAC}" destId="{E4A15DB8-9965-48E8-A964-8081976573A8}" srcOrd="9" destOrd="0" presId="urn:microsoft.com/office/officeart/2005/8/layout/pyramid2#1"/>
    <dgm:cxn modelId="{EAC78F29-87CC-48EC-AC9F-04E4D9CEA7FD}" type="presParOf" srcId="{8188F828-0DDA-4405-8AB3-0CD4E51F7BAC}" destId="{DB560BBF-C298-45B9-82DF-3893E7854A56}" srcOrd="10" destOrd="0" presId="urn:microsoft.com/office/officeart/2005/8/layout/pyramid2#1"/>
    <dgm:cxn modelId="{C3579B35-B5AF-45C7-9ACC-B45247F3789E}" type="presParOf" srcId="{8188F828-0DDA-4405-8AB3-0CD4E51F7BAC}" destId="{C875A104-BCE9-4A7E-AEE9-A86E1A02466F}" srcOrd="11" destOrd="0" presId="urn:microsoft.com/office/officeart/2005/8/layout/pyramid2#1"/>
    <dgm:cxn modelId="{A2409E0F-F774-46DB-A229-308CE3D52D2C}" type="presParOf" srcId="{8188F828-0DDA-4405-8AB3-0CD4E51F7BAC}" destId="{8E626D1C-D7B6-4657-9D33-E525B92148F2}" srcOrd="12" destOrd="0" presId="urn:microsoft.com/office/officeart/2005/8/layout/pyramid2#1"/>
    <dgm:cxn modelId="{76E4AE06-F9D8-4D1C-96CB-2C99BE840123}" type="presParOf" srcId="{8188F828-0DDA-4405-8AB3-0CD4E51F7BAC}" destId="{A231AA8E-E743-4BE4-9ECC-C3A7E42791F3}" srcOrd="13" destOrd="0" presId="urn:microsoft.com/office/officeart/2005/8/layout/pyramid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D0C5A0-9113-4695-A660-97C463CCB615}" type="doc">
      <dgm:prSet loTypeId="urn:microsoft.com/office/officeart/2005/8/layout/orgChart1#1" loCatId="hierarchy" qsTypeId="urn:microsoft.com/office/officeart/2005/8/quickstyle/simple1#2" qsCatId="simple" csTypeId="urn:microsoft.com/office/officeart/2005/8/colors/colorful4#1" csCatId="colorful" phldr="1"/>
      <dgm:spPr/>
      <dgm:t>
        <a:bodyPr/>
        <a:lstStyle/>
        <a:p>
          <a:endParaRPr lang="en-US"/>
        </a:p>
      </dgm:t>
    </dgm:pt>
    <dgm:pt modelId="{34A9D4B8-E0F3-46DF-805A-7F1CADCC6CB9}">
      <dgm:prSet phldrT="[Text]" custT="1"/>
      <dgm:spPr/>
      <dgm:t>
        <a:bodyPr/>
        <a:lstStyle/>
        <a:p>
          <a:r>
            <a:rPr lang="en-US" sz="2800" dirty="0"/>
            <a:t>Single Objects</a:t>
          </a:r>
        </a:p>
      </dgm:t>
    </dgm:pt>
    <dgm:pt modelId="{9E27C226-FED4-4E7A-A2AE-3E4C3E9A06C3}" type="parTrans" cxnId="{98AC6CB6-F088-4A8A-B0FF-C09A72A2ABFA}">
      <dgm:prSet/>
      <dgm:spPr/>
      <dgm:t>
        <a:bodyPr/>
        <a:lstStyle/>
        <a:p>
          <a:endParaRPr lang="en-US"/>
        </a:p>
      </dgm:t>
    </dgm:pt>
    <dgm:pt modelId="{6E52A609-B85E-4DC2-8DB5-742CD9544C61}" type="sibTrans" cxnId="{98AC6CB6-F088-4A8A-B0FF-C09A72A2ABFA}">
      <dgm:prSet/>
      <dgm:spPr/>
      <dgm:t>
        <a:bodyPr/>
        <a:lstStyle/>
        <a:p>
          <a:endParaRPr lang="en-US"/>
        </a:p>
      </dgm:t>
    </dgm:pt>
    <dgm:pt modelId="{12B2C22F-E3CF-4B5A-A561-EE1419C0FC07}">
      <dgm:prSet phldrT="[Text]" phldr="0" custT="1"/>
      <dgm:spPr/>
      <dgm:t>
        <a:bodyPr vert="horz" wrap="square"/>
        <a:lstStyle/>
        <a:p>
          <a:pPr>
            <a:lnSpc>
              <a:spcPct val="100000"/>
            </a:lnSpc>
            <a:spcBef>
              <a:spcPct val="0"/>
            </a:spcBef>
            <a:spcAft>
              <a:spcPct val="35000"/>
            </a:spcAft>
          </a:pPr>
          <a:r>
            <a:rPr lang="en-US" sz="2000" dirty="0"/>
            <a:t>Classification</a:t>
          </a:r>
        </a:p>
      </dgm:t>
    </dgm:pt>
    <dgm:pt modelId="{B96D70A5-6ADB-4C33-B3D9-BC0015F4FAF0}" type="parTrans" cxnId="{F4758D0C-857C-44AB-84C7-0BE628509FEE}">
      <dgm:prSet/>
      <dgm:spPr/>
      <dgm:t>
        <a:bodyPr/>
        <a:lstStyle/>
        <a:p>
          <a:endParaRPr lang="en-US"/>
        </a:p>
      </dgm:t>
    </dgm:pt>
    <dgm:pt modelId="{C9F358B3-E34D-4359-A6FD-3BE21506E420}" type="sibTrans" cxnId="{F4758D0C-857C-44AB-84C7-0BE628509FEE}">
      <dgm:prSet/>
      <dgm:spPr/>
      <dgm:t>
        <a:bodyPr/>
        <a:lstStyle/>
        <a:p>
          <a:endParaRPr lang="en-US"/>
        </a:p>
      </dgm:t>
    </dgm:pt>
    <dgm:pt modelId="{9879676E-F7EE-470A-9953-1B9F6C79FCC9}">
      <dgm:prSet phldrT="[Text]" phldr="0" custT="1"/>
      <dgm:spPr/>
      <dgm:t>
        <a:bodyPr vert="horz" wrap="square"/>
        <a:lstStyle/>
        <a:p>
          <a:pPr>
            <a:lnSpc>
              <a:spcPct val="100000"/>
            </a:lnSpc>
            <a:spcBef>
              <a:spcPct val="0"/>
            </a:spcBef>
            <a:spcAft>
              <a:spcPct val="35000"/>
            </a:spcAft>
          </a:pPr>
          <a:r>
            <a:rPr lang="en-US" sz="2000" dirty="0"/>
            <a:t>Classification + Localization</a:t>
          </a:r>
        </a:p>
      </dgm:t>
    </dgm:pt>
    <dgm:pt modelId="{99D04DA7-BAEE-4185-AC82-CE63D58BA924}" type="parTrans" cxnId="{F96EF3B4-1939-4161-9392-D2F6D368FC86}">
      <dgm:prSet/>
      <dgm:spPr/>
      <dgm:t>
        <a:bodyPr/>
        <a:lstStyle/>
        <a:p>
          <a:endParaRPr lang="en-US"/>
        </a:p>
      </dgm:t>
    </dgm:pt>
    <dgm:pt modelId="{063672E4-8EE2-4F69-AFCA-A6FCED0508DC}" type="sibTrans" cxnId="{F96EF3B4-1939-4161-9392-D2F6D368FC86}">
      <dgm:prSet/>
      <dgm:spPr/>
      <dgm:t>
        <a:bodyPr/>
        <a:lstStyle/>
        <a:p>
          <a:endParaRPr lang="en-US"/>
        </a:p>
      </dgm:t>
    </dgm:pt>
    <dgm:pt modelId="{7A467AA4-AAFF-4F4E-825F-2134D5D0B279}" type="pres">
      <dgm:prSet presAssocID="{1FD0C5A0-9113-4695-A660-97C463CCB615}" presName="hierChild1" presStyleCnt="0">
        <dgm:presLayoutVars>
          <dgm:orgChart val="1"/>
          <dgm:chPref val="1"/>
          <dgm:dir/>
          <dgm:animOne val="branch"/>
          <dgm:animLvl val="lvl"/>
          <dgm:resizeHandles/>
        </dgm:presLayoutVars>
      </dgm:prSet>
      <dgm:spPr/>
    </dgm:pt>
    <dgm:pt modelId="{350C0972-ADE9-4F55-A2D5-9EC16F91211F}" type="pres">
      <dgm:prSet presAssocID="{34A9D4B8-E0F3-46DF-805A-7F1CADCC6CB9}" presName="hierRoot1" presStyleCnt="0">
        <dgm:presLayoutVars>
          <dgm:hierBranch val="r"/>
        </dgm:presLayoutVars>
      </dgm:prSet>
      <dgm:spPr/>
    </dgm:pt>
    <dgm:pt modelId="{E55150DA-B162-456C-AE95-6C0A6C50A599}" type="pres">
      <dgm:prSet presAssocID="{34A9D4B8-E0F3-46DF-805A-7F1CADCC6CB9}" presName="rootComposite1" presStyleCnt="0"/>
      <dgm:spPr/>
    </dgm:pt>
    <dgm:pt modelId="{6AD1D80C-2BE6-48EB-9F6C-2A11D07F3884}" type="pres">
      <dgm:prSet presAssocID="{34A9D4B8-E0F3-46DF-805A-7F1CADCC6CB9}" presName="rootText1" presStyleLbl="node0" presStyleIdx="0" presStyleCnt="1" custScaleX="100797" custScaleY="102166">
        <dgm:presLayoutVars>
          <dgm:chPref val="3"/>
        </dgm:presLayoutVars>
      </dgm:prSet>
      <dgm:spPr/>
    </dgm:pt>
    <dgm:pt modelId="{5CE9877A-DAD2-4CF4-9486-869EFF43AF7B}" type="pres">
      <dgm:prSet presAssocID="{34A9D4B8-E0F3-46DF-805A-7F1CADCC6CB9}" presName="rootConnector1" presStyleLbl="node1" presStyleIdx="0" presStyleCnt="0"/>
      <dgm:spPr/>
    </dgm:pt>
    <dgm:pt modelId="{A77541B8-5D94-4F26-BA61-02554A6DA4DA}" type="pres">
      <dgm:prSet presAssocID="{34A9D4B8-E0F3-46DF-805A-7F1CADCC6CB9}" presName="hierChild2" presStyleCnt="0"/>
      <dgm:spPr/>
    </dgm:pt>
    <dgm:pt modelId="{B156CA93-2DE8-4167-A0CD-A879B74706C5}" type="pres">
      <dgm:prSet presAssocID="{B96D70A5-6ADB-4C33-B3D9-BC0015F4FAF0}" presName="Name50" presStyleLbl="parChTrans1D2" presStyleIdx="0" presStyleCnt="2"/>
      <dgm:spPr/>
    </dgm:pt>
    <dgm:pt modelId="{9EDC8A3A-438D-41E6-A7E8-6C14B2B27D6D}" type="pres">
      <dgm:prSet presAssocID="{12B2C22F-E3CF-4B5A-A561-EE1419C0FC07}" presName="hierRoot2" presStyleCnt="0">
        <dgm:presLayoutVars>
          <dgm:hierBranch val="r"/>
        </dgm:presLayoutVars>
      </dgm:prSet>
      <dgm:spPr/>
    </dgm:pt>
    <dgm:pt modelId="{1DC93406-F7F8-4DDD-AE9C-876AA575268C}" type="pres">
      <dgm:prSet presAssocID="{12B2C22F-E3CF-4B5A-A561-EE1419C0FC07}" presName="rootComposite" presStyleCnt="0"/>
      <dgm:spPr/>
    </dgm:pt>
    <dgm:pt modelId="{1F09210A-9F8D-47D4-8C9E-2CD6B7E3BFA6}" type="pres">
      <dgm:prSet presAssocID="{12B2C22F-E3CF-4B5A-A561-EE1419C0FC07}" presName="rootText" presStyleLbl="node2" presStyleIdx="0" presStyleCnt="2" custScaleX="100898">
        <dgm:presLayoutVars>
          <dgm:chPref val="3"/>
        </dgm:presLayoutVars>
      </dgm:prSet>
      <dgm:spPr/>
    </dgm:pt>
    <dgm:pt modelId="{BED41C9C-049D-47C6-A7EF-C8CC43C72F9B}" type="pres">
      <dgm:prSet presAssocID="{12B2C22F-E3CF-4B5A-A561-EE1419C0FC07}" presName="rootConnector" presStyleLbl="node2" presStyleIdx="0" presStyleCnt="2"/>
      <dgm:spPr/>
    </dgm:pt>
    <dgm:pt modelId="{239B23C4-DAAF-4550-BF37-E5D32CDAB908}" type="pres">
      <dgm:prSet presAssocID="{12B2C22F-E3CF-4B5A-A561-EE1419C0FC07}" presName="hierChild4" presStyleCnt="0"/>
      <dgm:spPr/>
    </dgm:pt>
    <dgm:pt modelId="{B5D20B1E-C2CE-4CE9-AF09-3D419FC5195F}" type="pres">
      <dgm:prSet presAssocID="{12B2C22F-E3CF-4B5A-A561-EE1419C0FC07}" presName="hierChild5" presStyleCnt="0"/>
      <dgm:spPr/>
    </dgm:pt>
    <dgm:pt modelId="{90AC8306-DE82-4296-8A5F-764AB48065D6}" type="pres">
      <dgm:prSet presAssocID="{99D04DA7-BAEE-4185-AC82-CE63D58BA924}" presName="Name50" presStyleLbl="parChTrans1D2" presStyleIdx="1" presStyleCnt="2"/>
      <dgm:spPr/>
    </dgm:pt>
    <dgm:pt modelId="{496E3FBD-C196-4313-84F5-0A8335C1AC79}" type="pres">
      <dgm:prSet presAssocID="{9879676E-F7EE-470A-9953-1B9F6C79FCC9}" presName="hierRoot2" presStyleCnt="0">
        <dgm:presLayoutVars>
          <dgm:hierBranch val="r"/>
        </dgm:presLayoutVars>
      </dgm:prSet>
      <dgm:spPr/>
    </dgm:pt>
    <dgm:pt modelId="{17CC9508-6274-4697-A155-00ADBD2EA417}" type="pres">
      <dgm:prSet presAssocID="{9879676E-F7EE-470A-9953-1B9F6C79FCC9}" presName="rootComposite" presStyleCnt="0"/>
      <dgm:spPr/>
    </dgm:pt>
    <dgm:pt modelId="{28694DCC-45BA-4836-88D8-138001E1D567}" type="pres">
      <dgm:prSet presAssocID="{9879676E-F7EE-470A-9953-1B9F6C79FCC9}" presName="rootText" presStyleLbl="node2" presStyleIdx="1" presStyleCnt="2" custScaleX="100898">
        <dgm:presLayoutVars>
          <dgm:chPref val="3"/>
        </dgm:presLayoutVars>
      </dgm:prSet>
      <dgm:spPr/>
    </dgm:pt>
    <dgm:pt modelId="{17AE3D62-E029-4122-BF02-53CE2DED1F20}" type="pres">
      <dgm:prSet presAssocID="{9879676E-F7EE-470A-9953-1B9F6C79FCC9}" presName="rootConnector" presStyleLbl="node2" presStyleIdx="1" presStyleCnt="2"/>
      <dgm:spPr/>
    </dgm:pt>
    <dgm:pt modelId="{279B4807-C6BA-45BD-A53D-C048CC60B301}" type="pres">
      <dgm:prSet presAssocID="{9879676E-F7EE-470A-9953-1B9F6C79FCC9}" presName="hierChild4" presStyleCnt="0"/>
      <dgm:spPr/>
    </dgm:pt>
    <dgm:pt modelId="{83DB1477-4BEA-4042-9587-D8B36E7C3D65}" type="pres">
      <dgm:prSet presAssocID="{9879676E-F7EE-470A-9953-1B9F6C79FCC9}" presName="hierChild5" presStyleCnt="0"/>
      <dgm:spPr/>
    </dgm:pt>
    <dgm:pt modelId="{02013D60-054C-4869-93C1-683BF3C0A7D6}" type="pres">
      <dgm:prSet presAssocID="{34A9D4B8-E0F3-46DF-805A-7F1CADCC6CB9}" presName="hierChild3" presStyleCnt="0"/>
      <dgm:spPr/>
    </dgm:pt>
  </dgm:ptLst>
  <dgm:cxnLst>
    <dgm:cxn modelId="{F4758D0C-857C-44AB-84C7-0BE628509FEE}" srcId="{34A9D4B8-E0F3-46DF-805A-7F1CADCC6CB9}" destId="{12B2C22F-E3CF-4B5A-A561-EE1419C0FC07}" srcOrd="0" destOrd="0" parTransId="{B96D70A5-6ADB-4C33-B3D9-BC0015F4FAF0}" sibTransId="{C9F358B3-E34D-4359-A6FD-3BE21506E420}"/>
    <dgm:cxn modelId="{5952F81B-52A5-4C31-89FA-60112ABA1874}" type="presOf" srcId="{99D04DA7-BAEE-4185-AC82-CE63D58BA924}" destId="{90AC8306-DE82-4296-8A5F-764AB48065D6}" srcOrd="0" destOrd="0" presId="urn:microsoft.com/office/officeart/2005/8/layout/orgChart1#1"/>
    <dgm:cxn modelId="{D0FB5B23-D467-452D-B635-0980DEEA14AD}" type="presOf" srcId="{9879676E-F7EE-470A-9953-1B9F6C79FCC9}" destId="{17AE3D62-E029-4122-BF02-53CE2DED1F20}" srcOrd="2" destOrd="0" presId="urn:microsoft.com/office/officeart/2005/8/layout/orgChart1#1"/>
    <dgm:cxn modelId="{D6EF4F4B-8C9B-41BD-8112-59AC81FAB255}" type="presOf" srcId="{9879676E-F7EE-470A-9953-1B9F6C79FCC9}" destId="{17CC9508-6274-4697-A155-00ADBD2EA417}" srcOrd="0" destOrd="0" presId="urn:microsoft.com/office/officeart/2005/8/layout/orgChart1#1"/>
    <dgm:cxn modelId="{D5A12857-ED10-48ED-9E7C-845DA4090476}" type="presOf" srcId="{12B2C22F-E3CF-4B5A-A561-EE1419C0FC07}" destId="{1F09210A-9F8D-47D4-8C9E-2CD6B7E3BFA6}" srcOrd="1" destOrd="0" presId="urn:microsoft.com/office/officeart/2005/8/layout/orgChart1#1"/>
    <dgm:cxn modelId="{B65F3C5D-6B06-443C-B1AA-074DD3995A3E}" type="presOf" srcId="{34A9D4B8-E0F3-46DF-805A-7F1CADCC6CB9}" destId="{E55150DA-B162-456C-AE95-6C0A6C50A599}" srcOrd="0" destOrd="0" presId="urn:microsoft.com/office/officeart/2005/8/layout/orgChart1#1"/>
    <dgm:cxn modelId="{EE4E3977-F095-443C-8191-6FEA81554E54}" type="presOf" srcId="{1FD0C5A0-9113-4695-A660-97C463CCB615}" destId="{7A467AA4-AAFF-4F4E-825F-2134D5D0B279}" srcOrd="0" destOrd="0" presId="urn:microsoft.com/office/officeart/2005/8/layout/orgChart1#1"/>
    <dgm:cxn modelId="{07893893-E372-4BCA-80CE-0BF52E66B694}" type="presOf" srcId="{B96D70A5-6ADB-4C33-B3D9-BC0015F4FAF0}" destId="{B156CA93-2DE8-4167-A0CD-A879B74706C5}" srcOrd="0" destOrd="0" presId="urn:microsoft.com/office/officeart/2005/8/layout/orgChart1#1"/>
    <dgm:cxn modelId="{E1C220AD-EF0A-46B3-89B0-92C947B77AD9}" type="presOf" srcId="{12B2C22F-E3CF-4B5A-A561-EE1419C0FC07}" destId="{1DC93406-F7F8-4DDD-AE9C-876AA575268C}" srcOrd="0" destOrd="0" presId="urn:microsoft.com/office/officeart/2005/8/layout/orgChart1#1"/>
    <dgm:cxn modelId="{F96EF3B4-1939-4161-9392-D2F6D368FC86}" srcId="{34A9D4B8-E0F3-46DF-805A-7F1CADCC6CB9}" destId="{9879676E-F7EE-470A-9953-1B9F6C79FCC9}" srcOrd="1" destOrd="0" parTransId="{99D04DA7-BAEE-4185-AC82-CE63D58BA924}" sibTransId="{063672E4-8EE2-4F69-AFCA-A6FCED0508DC}"/>
    <dgm:cxn modelId="{98AC6CB6-F088-4A8A-B0FF-C09A72A2ABFA}" srcId="{1FD0C5A0-9113-4695-A660-97C463CCB615}" destId="{34A9D4B8-E0F3-46DF-805A-7F1CADCC6CB9}" srcOrd="0" destOrd="0" parTransId="{9E27C226-FED4-4E7A-A2AE-3E4C3E9A06C3}" sibTransId="{6E52A609-B85E-4DC2-8DB5-742CD9544C61}"/>
    <dgm:cxn modelId="{F63563CB-33F4-4F75-A046-E31B39459703}" type="presOf" srcId="{9879676E-F7EE-470A-9953-1B9F6C79FCC9}" destId="{28694DCC-45BA-4836-88D8-138001E1D567}" srcOrd="1" destOrd="0" presId="urn:microsoft.com/office/officeart/2005/8/layout/orgChart1#1"/>
    <dgm:cxn modelId="{C92C96D0-AA76-4110-8265-AABE815E7CB0}" type="presOf" srcId="{34A9D4B8-E0F3-46DF-805A-7F1CADCC6CB9}" destId="{5CE9877A-DAD2-4CF4-9486-869EFF43AF7B}" srcOrd="2" destOrd="0" presId="urn:microsoft.com/office/officeart/2005/8/layout/orgChart1#1"/>
    <dgm:cxn modelId="{BA8D9EF5-0A60-47E7-92BA-828B4476937F}" type="presOf" srcId="{34A9D4B8-E0F3-46DF-805A-7F1CADCC6CB9}" destId="{6AD1D80C-2BE6-48EB-9F6C-2A11D07F3884}" srcOrd="1" destOrd="0" presId="urn:microsoft.com/office/officeart/2005/8/layout/orgChart1#1"/>
    <dgm:cxn modelId="{14AB3FF8-2666-426F-88F9-C6871B609AB0}" type="presOf" srcId="{12B2C22F-E3CF-4B5A-A561-EE1419C0FC07}" destId="{BED41C9C-049D-47C6-A7EF-C8CC43C72F9B}" srcOrd="2" destOrd="0" presId="urn:microsoft.com/office/officeart/2005/8/layout/orgChart1#1"/>
    <dgm:cxn modelId="{FB71C2E7-352C-420D-B460-217D37A22094}" type="presParOf" srcId="{7A467AA4-AAFF-4F4E-825F-2134D5D0B279}" destId="{350C0972-ADE9-4F55-A2D5-9EC16F91211F}" srcOrd="0" destOrd="0" presId="urn:microsoft.com/office/officeart/2005/8/layout/orgChart1#1"/>
    <dgm:cxn modelId="{5CA4B8AC-44ED-4A3D-A8D6-D24E6F5BE469}" type="presParOf" srcId="{350C0972-ADE9-4F55-A2D5-9EC16F91211F}" destId="{E55150DA-B162-456C-AE95-6C0A6C50A599}" srcOrd="0" destOrd="0" presId="urn:microsoft.com/office/officeart/2005/8/layout/orgChart1#1"/>
    <dgm:cxn modelId="{3D00F93B-8022-4697-A2BD-AC785599EF68}" type="presParOf" srcId="{E55150DA-B162-456C-AE95-6C0A6C50A599}" destId="{6AD1D80C-2BE6-48EB-9F6C-2A11D07F3884}" srcOrd="0" destOrd="0" presId="urn:microsoft.com/office/officeart/2005/8/layout/orgChart1#1"/>
    <dgm:cxn modelId="{9EFFEFE6-C34E-46EA-B768-D5CA0AE1B390}" type="presParOf" srcId="{E55150DA-B162-456C-AE95-6C0A6C50A599}" destId="{5CE9877A-DAD2-4CF4-9486-869EFF43AF7B}" srcOrd="1" destOrd="0" presId="urn:microsoft.com/office/officeart/2005/8/layout/orgChart1#1"/>
    <dgm:cxn modelId="{1307CE9C-F3C4-49EC-9540-4D90A844385D}" type="presParOf" srcId="{350C0972-ADE9-4F55-A2D5-9EC16F91211F}" destId="{A77541B8-5D94-4F26-BA61-02554A6DA4DA}" srcOrd="1" destOrd="0" presId="urn:microsoft.com/office/officeart/2005/8/layout/orgChart1#1"/>
    <dgm:cxn modelId="{B94AC87C-C776-43C4-A929-BBE4B70F74E7}" type="presParOf" srcId="{A77541B8-5D94-4F26-BA61-02554A6DA4DA}" destId="{B156CA93-2DE8-4167-A0CD-A879B74706C5}" srcOrd="0" destOrd="0" presId="urn:microsoft.com/office/officeart/2005/8/layout/orgChart1#1"/>
    <dgm:cxn modelId="{D88BCB08-354E-4316-8C3F-427625C38E15}" type="presParOf" srcId="{A77541B8-5D94-4F26-BA61-02554A6DA4DA}" destId="{9EDC8A3A-438D-41E6-A7E8-6C14B2B27D6D}" srcOrd="1" destOrd="0" presId="urn:microsoft.com/office/officeart/2005/8/layout/orgChart1#1"/>
    <dgm:cxn modelId="{21A32A8D-F5CC-4FA7-8A2F-51052388E129}" type="presParOf" srcId="{9EDC8A3A-438D-41E6-A7E8-6C14B2B27D6D}" destId="{1DC93406-F7F8-4DDD-AE9C-876AA575268C}" srcOrd="0" destOrd="0" presId="urn:microsoft.com/office/officeart/2005/8/layout/orgChart1#1"/>
    <dgm:cxn modelId="{8D1C7A75-1983-4BB7-9809-B518F5A7F12E}" type="presParOf" srcId="{1DC93406-F7F8-4DDD-AE9C-876AA575268C}" destId="{1F09210A-9F8D-47D4-8C9E-2CD6B7E3BFA6}" srcOrd="0" destOrd="0" presId="urn:microsoft.com/office/officeart/2005/8/layout/orgChart1#1"/>
    <dgm:cxn modelId="{4F23B1E6-DA57-4AF7-B525-45763ADAB8D8}" type="presParOf" srcId="{1DC93406-F7F8-4DDD-AE9C-876AA575268C}" destId="{BED41C9C-049D-47C6-A7EF-C8CC43C72F9B}" srcOrd="1" destOrd="0" presId="urn:microsoft.com/office/officeart/2005/8/layout/orgChart1#1"/>
    <dgm:cxn modelId="{C238DF3D-5710-414C-B8A2-B1B5B8AC0E9B}" type="presParOf" srcId="{9EDC8A3A-438D-41E6-A7E8-6C14B2B27D6D}" destId="{239B23C4-DAAF-4550-BF37-E5D32CDAB908}" srcOrd="1" destOrd="0" presId="urn:microsoft.com/office/officeart/2005/8/layout/orgChart1#1"/>
    <dgm:cxn modelId="{4769E6BF-32A1-4A5C-B7E2-50A0856E3F45}" type="presParOf" srcId="{9EDC8A3A-438D-41E6-A7E8-6C14B2B27D6D}" destId="{B5D20B1E-C2CE-4CE9-AF09-3D419FC5195F}" srcOrd="2" destOrd="0" presId="urn:microsoft.com/office/officeart/2005/8/layout/orgChart1#1"/>
    <dgm:cxn modelId="{CF55621B-2D11-4505-B16F-A83A01B48F66}" type="presParOf" srcId="{A77541B8-5D94-4F26-BA61-02554A6DA4DA}" destId="{90AC8306-DE82-4296-8A5F-764AB48065D6}" srcOrd="2" destOrd="0" presId="urn:microsoft.com/office/officeart/2005/8/layout/orgChart1#1"/>
    <dgm:cxn modelId="{201C1BD7-A3C1-4755-9E7E-816F083BEB59}" type="presParOf" srcId="{A77541B8-5D94-4F26-BA61-02554A6DA4DA}" destId="{496E3FBD-C196-4313-84F5-0A8335C1AC79}" srcOrd="3" destOrd="0" presId="urn:microsoft.com/office/officeart/2005/8/layout/orgChart1#1"/>
    <dgm:cxn modelId="{B818E7B2-2C28-4774-A08F-0B34F13620E1}" type="presParOf" srcId="{496E3FBD-C196-4313-84F5-0A8335C1AC79}" destId="{17CC9508-6274-4697-A155-00ADBD2EA417}" srcOrd="0" destOrd="0" presId="urn:microsoft.com/office/officeart/2005/8/layout/orgChart1#1"/>
    <dgm:cxn modelId="{AF2342A0-C873-4059-AA70-E830D121FEEB}" type="presParOf" srcId="{17CC9508-6274-4697-A155-00ADBD2EA417}" destId="{28694DCC-45BA-4836-88D8-138001E1D567}" srcOrd="0" destOrd="0" presId="urn:microsoft.com/office/officeart/2005/8/layout/orgChart1#1"/>
    <dgm:cxn modelId="{14C992D9-739A-42E5-A79A-0ED82B3D7E58}" type="presParOf" srcId="{17CC9508-6274-4697-A155-00ADBD2EA417}" destId="{17AE3D62-E029-4122-BF02-53CE2DED1F20}" srcOrd="1" destOrd="0" presId="urn:microsoft.com/office/officeart/2005/8/layout/orgChart1#1"/>
    <dgm:cxn modelId="{D06ECA4F-3E60-4A28-AAF8-BDB37619CAED}" type="presParOf" srcId="{496E3FBD-C196-4313-84F5-0A8335C1AC79}" destId="{279B4807-C6BA-45BD-A53D-C048CC60B301}" srcOrd="1" destOrd="0" presId="urn:microsoft.com/office/officeart/2005/8/layout/orgChart1#1"/>
    <dgm:cxn modelId="{1CC96A62-4D92-4D8B-8122-12A270FCBDCA}" type="presParOf" srcId="{496E3FBD-C196-4313-84F5-0A8335C1AC79}" destId="{83DB1477-4BEA-4042-9587-D8B36E7C3D65}" srcOrd="2" destOrd="0" presId="urn:microsoft.com/office/officeart/2005/8/layout/orgChart1#1"/>
    <dgm:cxn modelId="{91596F9C-B6F1-4465-A9E0-CAC1322DD4E0}" type="presParOf" srcId="{350C0972-ADE9-4F55-A2D5-9EC16F91211F}" destId="{02013D60-054C-4869-93C1-683BF3C0A7D6}" srcOrd="2" destOrd="0" presId="urn:microsoft.com/office/officeart/2005/8/layout/orgChar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D0C5A0-9113-4695-A660-97C463CCB615}" type="doc">
      <dgm:prSet loTypeId="urn:microsoft.com/office/officeart/2005/8/layout/orgChart1#2" loCatId="hierarchy" qsTypeId="urn:microsoft.com/office/officeart/2005/8/quickstyle/simple1#3" qsCatId="simple" csTypeId="urn:microsoft.com/office/officeart/2005/8/colors/colorful1#1" csCatId="colorful" phldr="1"/>
      <dgm:spPr/>
      <dgm:t>
        <a:bodyPr/>
        <a:lstStyle/>
        <a:p>
          <a:endParaRPr lang="en-US"/>
        </a:p>
      </dgm:t>
    </dgm:pt>
    <dgm:pt modelId="{34A9D4B8-E0F3-46DF-805A-7F1CADCC6CB9}">
      <dgm:prSet phldrT="[Text]" custT="1"/>
      <dgm:spPr/>
      <dgm:t>
        <a:bodyPr/>
        <a:lstStyle/>
        <a:p>
          <a:r>
            <a:rPr lang="en-US" sz="2800" dirty="0"/>
            <a:t>Multiple Objects</a:t>
          </a:r>
        </a:p>
      </dgm:t>
    </dgm:pt>
    <dgm:pt modelId="{9E27C226-FED4-4E7A-A2AE-3E4C3E9A06C3}" type="parTrans" cxnId="{CC81985C-CB1C-4E29-9B86-521D999E4156}">
      <dgm:prSet/>
      <dgm:spPr/>
      <dgm:t>
        <a:bodyPr/>
        <a:lstStyle/>
        <a:p>
          <a:endParaRPr lang="en-US"/>
        </a:p>
      </dgm:t>
    </dgm:pt>
    <dgm:pt modelId="{6E52A609-B85E-4DC2-8DB5-742CD9544C61}" type="sibTrans" cxnId="{CC81985C-CB1C-4E29-9B86-521D999E4156}">
      <dgm:prSet/>
      <dgm:spPr/>
      <dgm:t>
        <a:bodyPr/>
        <a:lstStyle/>
        <a:p>
          <a:endParaRPr lang="en-US"/>
        </a:p>
      </dgm:t>
    </dgm:pt>
    <dgm:pt modelId="{12B2C22F-E3CF-4B5A-A561-EE1419C0FC07}">
      <dgm:prSet phldrT="[Text]" phldr="0" custT="1"/>
      <dgm:spPr/>
      <dgm:t>
        <a:bodyPr vert="horz" wrap="square"/>
        <a:lstStyle/>
        <a:p>
          <a:pPr>
            <a:lnSpc>
              <a:spcPct val="100000"/>
            </a:lnSpc>
            <a:spcBef>
              <a:spcPct val="0"/>
            </a:spcBef>
            <a:spcAft>
              <a:spcPct val="35000"/>
            </a:spcAft>
          </a:pPr>
          <a:r>
            <a:rPr lang="en-US" sz="2000" dirty="0"/>
            <a:t>Object Detection</a:t>
          </a:r>
        </a:p>
      </dgm:t>
    </dgm:pt>
    <dgm:pt modelId="{B96D70A5-6ADB-4C33-B3D9-BC0015F4FAF0}" type="parTrans" cxnId="{05FDFDA9-1C9A-4F6D-9BFF-3D7E2BBD57FE}">
      <dgm:prSet/>
      <dgm:spPr/>
      <dgm:t>
        <a:bodyPr/>
        <a:lstStyle/>
        <a:p>
          <a:endParaRPr lang="en-US"/>
        </a:p>
      </dgm:t>
    </dgm:pt>
    <dgm:pt modelId="{C9F358B3-E34D-4359-A6FD-3BE21506E420}" type="sibTrans" cxnId="{05FDFDA9-1C9A-4F6D-9BFF-3D7E2BBD57FE}">
      <dgm:prSet/>
      <dgm:spPr/>
      <dgm:t>
        <a:bodyPr/>
        <a:lstStyle/>
        <a:p>
          <a:endParaRPr lang="en-US"/>
        </a:p>
      </dgm:t>
    </dgm:pt>
    <dgm:pt modelId="{9879676E-F7EE-470A-9953-1B9F6C79FCC9}">
      <dgm:prSet phldrT="[Text]" phldr="0" custT="1"/>
      <dgm:spPr/>
      <dgm:t>
        <a:bodyPr vert="horz" wrap="square"/>
        <a:lstStyle/>
        <a:p>
          <a:pPr>
            <a:lnSpc>
              <a:spcPct val="100000"/>
            </a:lnSpc>
            <a:spcBef>
              <a:spcPct val="0"/>
            </a:spcBef>
            <a:spcAft>
              <a:spcPct val="35000"/>
            </a:spcAft>
          </a:pPr>
          <a:r>
            <a:rPr lang="en-US" sz="2000" dirty="0"/>
            <a:t>Instance Segmentation</a:t>
          </a:r>
        </a:p>
      </dgm:t>
    </dgm:pt>
    <dgm:pt modelId="{99D04DA7-BAEE-4185-AC82-CE63D58BA924}" type="parTrans" cxnId="{9C3E9E0E-C56C-4570-859A-94C216967EFE}">
      <dgm:prSet/>
      <dgm:spPr/>
      <dgm:t>
        <a:bodyPr/>
        <a:lstStyle/>
        <a:p>
          <a:endParaRPr lang="en-US"/>
        </a:p>
      </dgm:t>
    </dgm:pt>
    <dgm:pt modelId="{063672E4-8EE2-4F69-AFCA-A6FCED0508DC}" type="sibTrans" cxnId="{9C3E9E0E-C56C-4570-859A-94C216967EFE}">
      <dgm:prSet/>
      <dgm:spPr/>
      <dgm:t>
        <a:bodyPr/>
        <a:lstStyle/>
        <a:p>
          <a:endParaRPr lang="en-US"/>
        </a:p>
      </dgm:t>
    </dgm:pt>
    <dgm:pt modelId="{7A467AA4-AAFF-4F4E-825F-2134D5D0B279}" type="pres">
      <dgm:prSet presAssocID="{1FD0C5A0-9113-4695-A660-97C463CCB615}" presName="hierChild1" presStyleCnt="0">
        <dgm:presLayoutVars>
          <dgm:orgChart val="1"/>
          <dgm:chPref val="1"/>
          <dgm:dir/>
          <dgm:animOne val="branch"/>
          <dgm:animLvl val="lvl"/>
          <dgm:resizeHandles/>
        </dgm:presLayoutVars>
      </dgm:prSet>
      <dgm:spPr/>
    </dgm:pt>
    <dgm:pt modelId="{350C0972-ADE9-4F55-A2D5-9EC16F91211F}" type="pres">
      <dgm:prSet presAssocID="{34A9D4B8-E0F3-46DF-805A-7F1CADCC6CB9}" presName="hierRoot1" presStyleCnt="0">
        <dgm:presLayoutVars>
          <dgm:hierBranch val="r"/>
        </dgm:presLayoutVars>
      </dgm:prSet>
      <dgm:spPr/>
    </dgm:pt>
    <dgm:pt modelId="{E55150DA-B162-456C-AE95-6C0A6C50A599}" type="pres">
      <dgm:prSet presAssocID="{34A9D4B8-E0F3-46DF-805A-7F1CADCC6CB9}" presName="rootComposite1" presStyleCnt="0"/>
      <dgm:spPr/>
    </dgm:pt>
    <dgm:pt modelId="{6AD1D80C-2BE6-48EB-9F6C-2A11D07F3884}" type="pres">
      <dgm:prSet presAssocID="{34A9D4B8-E0F3-46DF-805A-7F1CADCC6CB9}" presName="rootText1" presStyleLbl="node0" presStyleIdx="0" presStyleCnt="1" custScaleX="100898">
        <dgm:presLayoutVars>
          <dgm:chPref val="3"/>
        </dgm:presLayoutVars>
      </dgm:prSet>
      <dgm:spPr/>
    </dgm:pt>
    <dgm:pt modelId="{5CE9877A-DAD2-4CF4-9486-869EFF43AF7B}" type="pres">
      <dgm:prSet presAssocID="{34A9D4B8-E0F3-46DF-805A-7F1CADCC6CB9}" presName="rootConnector1" presStyleLbl="node1" presStyleIdx="0" presStyleCnt="0"/>
      <dgm:spPr/>
    </dgm:pt>
    <dgm:pt modelId="{A77541B8-5D94-4F26-BA61-02554A6DA4DA}" type="pres">
      <dgm:prSet presAssocID="{34A9D4B8-E0F3-46DF-805A-7F1CADCC6CB9}" presName="hierChild2" presStyleCnt="0"/>
      <dgm:spPr/>
    </dgm:pt>
    <dgm:pt modelId="{B156CA93-2DE8-4167-A0CD-A879B74706C5}" type="pres">
      <dgm:prSet presAssocID="{B96D70A5-6ADB-4C33-B3D9-BC0015F4FAF0}" presName="Name50" presStyleLbl="parChTrans1D2" presStyleIdx="0" presStyleCnt="2"/>
      <dgm:spPr/>
    </dgm:pt>
    <dgm:pt modelId="{9EDC8A3A-438D-41E6-A7E8-6C14B2B27D6D}" type="pres">
      <dgm:prSet presAssocID="{12B2C22F-E3CF-4B5A-A561-EE1419C0FC07}" presName="hierRoot2" presStyleCnt="0">
        <dgm:presLayoutVars>
          <dgm:hierBranch val="r"/>
        </dgm:presLayoutVars>
      </dgm:prSet>
      <dgm:spPr/>
    </dgm:pt>
    <dgm:pt modelId="{1DC93406-F7F8-4DDD-AE9C-876AA575268C}" type="pres">
      <dgm:prSet presAssocID="{12B2C22F-E3CF-4B5A-A561-EE1419C0FC07}" presName="rootComposite" presStyleCnt="0"/>
      <dgm:spPr/>
    </dgm:pt>
    <dgm:pt modelId="{1F09210A-9F8D-47D4-8C9E-2CD6B7E3BFA6}" type="pres">
      <dgm:prSet presAssocID="{12B2C22F-E3CF-4B5A-A561-EE1419C0FC07}" presName="rootText" presStyleLbl="node2" presStyleIdx="0" presStyleCnt="2" custScaleX="100898">
        <dgm:presLayoutVars>
          <dgm:chPref val="3"/>
        </dgm:presLayoutVars>
      </dgm:prSet>
      <dgm:spPr/>
    </dgm:pt>
    <dgm:pt modelId="{BED41C9C-049D-47C6-A7EF-C8CC43C72F9B}" type="pres">
      <dgm:prSet presAssocID="{12B2C22F-E3CF-4B5A-A561-EE1419C0FC07}" presName="rootConnector" presStyleLbl="node2" presStyleIdx="0" presStyleCnt="2"/>
      <dgm:spPr/>
    </dgm:pt>
    <dgm:pt modelId="{239B23C4-DAAF-4550-BF37-E5D32CDAB908}" type="pres">
      <dgm:prSet presAssocID="{12B2C22F-E3CF-4B5A-A561-EE1419C0FC07}" presName="hierChild4" presStyleCnt="0"/>
      <dgm:spPr/>
    </dgm:pt>
    <dgm:pt modelId="{B5D20B1E-C2CE-4CE9-AF09-3D419FC5195F}" type="pres">
      <dgm:prSet presAssocID="{12B2C22F-E3CF-4B5A-A561-EE1419C0FC07}" presName="hierChild5" presStyleCnt="0"/>
      <dgm:spPr/>
    </dgm:pt>
    <dgm:pt modelId="{90AC8306-DE82-4296-8A5F-764AB48065D6}" type="pres">
      <dgm:prSet presAssocID="{99D04DA7-BAEE-4185-AC82-CE63D58BA924}" presName="Name50" presStyleLbl="parChTrans1D2" presStyleIdx="1" presStyleCnt="2"/>
      <dgm:spPr/>
    </dgm:pt>
    <dgm:pt modelId="{496E3FBD-C196-4313-84F5-0A8335C1AC79}" type="pres">
      <dgm:prSet presAssocID="{9879676E-F7EE-470A-9953-1B9F6C79FCC9}" presName="hierRoot2" presStyleCnt="0">
        <dgm:presLayoutVars>
          <dgm:hierBranch val="r"/>
        </dgm:presLayoutVars>
      </dgm:prSet>
      <dgm:spPr/>
    </dgm:pt>
    <dgm:pt modelId="{17CC9508-6274-4697-A155-00ADBD2EA417}" type="pres">
      <dgm:prSet presAssocID="{9879676E-F7EE-470A-9953-1B9F6C79FCC9}" presName="rootComposite" presStyleCnt="0"/>
      <dgm:spPr/>
    </dgm:pt>
    <dgm:pt modelId="{28694DCC-45BA-4836-88D8-138001E1D567}" type="pres">
      <dgm:prSet presAssocID="{9879676E-F7EE-470A-9953-1B9F6C79FCC9}" presName="rootText" presStyleLbl="node2" presStyleIdx="1" presStyleCnt="2" custScaleX="100898">
        <dgm:presLayoutVars>
          <dgm:chPref val="3"/>
        </dgm:presLayoutVars>
      </dgm:prSet>
      <dgm:spPr/>
    </dgm:pt>
    <dgm:pt modelId="{17AE3D62-E029-4122-BF02-53CE2DED1F20}" type="pres">
      <dgm:prSet presAssocID="{9879676E-F7EE-470A-9953-1B9F6C79FCC9}" presName="rootConnector" presStyleLbl="node2" presStyleIdx="1" presStyleCnt="2"/>
      <dgm:spPr/>
    </dgm:pt>
    <dgm:pt modelId="{279B4807-C6BA-45BD-A53D-C048CC60B301}" type="pres">
      <dgm:prSet presAssocID="{9879676E-F7EE-470A-9953-1B9F6C79FCC9}" presName="hierChild4" presStyleCnt="0"/>
      <dgm:spPr/>
    </dgm:pt>
    <dgm:pt modelId="{83DB1477-4BEA-4042-9587-D8B36E7C3D65}" type="pres">
      <dgm:prSet presAssocID="{9879676E-F7EE-470A-9953-1B9F6C79FCC9}" presName="hierChild5" presStyleCnt="0"/>
      <dgm:spPr/>
    </dgm:pt>
    <dgm:pt modelId="{02013D60-054C-4869-93C1-683BF3C0A7D6}" type="pres">
      <dgm:prSet presAssocID="{34A9D4B8-E0F3-46DF-805A-7F1CADCC6CB9}" presName="hierChild3" presStyleCnt="0"/>
      <dgm:spPr/>
    </dgm:pt>
  </dgm:ptLst>
  <dgm:cxnLst>
    <dgm:cxn modelId="{9C3E9E0E-C56C-4570-859A-94C216967EFE}" srcId="{34A9D4B8-E0F3-46DF-805A-7F1CADCC6CB9}" destId="{9879676E-F7EE-470A-9953-1B9F6C79FCC9}" srcOrd="1" destOrd="0" parTransId="{99D04DA7-BAEE-4185-AC82-CE63D58BA924}" sibTransId="{063672E4-8EE2-4F69-AFCA-A6FCED0508DC}"/>
    <dgm:cxn modelId="{AB4C1F4A-FF60-4961-81FD-510844341464}" type="presOf" srcId="{9879676E-F7EE-470A-9953-1B9F6C79FCC9}" destId="{17CC9508-6274-4697-A155-00ADBD2EA417}" srcOrd="0" destOrd="0" presId="urn:microsoft.com/office/officeart/2005/8/layout/orgChart1#2"/>
    <dgm:cxn modelId="{ADD35855-2DEB-4B2E-A815-AAE1EF6E2DED}" type="presOf" srcId="{1FD0C5A0-9113-4695-A660-97C463CCB615}" destId="{7A467AA4-AAFF-4F4E-825F-2134D5D0B279}" srcOrd="0" destOrd="0" presId="urn:microsoft.com/office/officeart/2005/8/layout/orgChart1#2"/>
    <dgm:cxn modelId="{067F5F5A-5614-427F-A14A-C887A7FA241A}" type="presOf" srcId="{99D04DA7-BAEE-4185-AC82-CE63D58BA924}" destId="{90AC8306-DE82-4296-8A5F-764AB48065D6}" srcOrd="0" destOrd="0" presId="urn:microsoft.com/office/officeart/2005/8/layout/orgChart1#2"/>
    <dgm:cxn modelId="{50AEF25A-5A49-4EE8-A559-34456FEA544C}" type="presOf" srcId="{9879676E-F7EE-470A-9953-1B9F6C79FCC9}" destId="{28694DCC-45BA-4836-88D8-138001E1D567}" srcOrd="1" destOrd="0" presId="urn:microsoft.com/office/officeart/2005/8/layout/orgChart1#2"/>
    <dgm:cxn modelId="{CC81985C-CB1C-4E29-9B86-521D999E4156}" srcId="{1FD0C5A0-9113-4695-A660-97C463CCB615}" destId="{34A9D4B8-E0F3-46DF-805A-7F1CADCC6CB9}" srcOrd="0" destOrd="0" parTransId="{9E27C226-FED4-4E7A-A2AE-3E4C3E9A06C3}" sibTransId="{6E52A609-B85E-4DC2-8DB5-742CD9544C61}"/>
    <dgm:cxn modelId="{EAD31774-63FD-4229-BCB8-8D77F3013016}" type="presOf" srcId="{34A9D4B8-E0F3-46DF-805A-7F1CADCC6CB9}" destId="{E55150DA-B162-456C-AE95-6C0A6C50A599}" srcOrd="0" destOrd="0" presId="urn:microsoft.com/office/officeart/2005/8/layout/orgChart1#2"/>
    <dgm:cxn modelId="{33B62A77-2867-464D-A730-0306EFBE182A}" type="presOf" srcId="{9879676E-F7EE-470A-9953-1B9F6C79FCC9}" destId="{17AE3D62-E029-4122-BF02-53CE2DED1F20}" srcOrd="2" destOrd="0" presId="urn:microsoft.com/office/officeart/2005/8/layout/orgChart1#2"/>
    <dgm:cxn modelId="{26C2517D-4108-49BC-8681-496D6335DEED}" type="presOf" srcId="{12B2C22F-E3CF-4B5A-A561-EE1419C0FC07}" destId="{1F09210A-9F8D-47D4-8C9E-2CD6B7E3BFA6}" srcOrd="1" destOrd="0" presId="urn:microsoft.com/office/officeart/2005/8/layout/orgChart1#2"/>
    <dgm:cxn modelId="{BC70827E-EA72-4311-97C3-D56329A4FDA3}" type="presOf" srcId="{12B2C22F-E3CF-4B5A-A561-EE1419C0FC07}" destId="{BED41C9C-049D-47C6-A7EF-C8CC43C72F9B}" srcOrd="2" destOrd="0" presId="urn:microsoft.com/office/officeart/2005/8/layout/orgChart1#2"/>
    <dgm:cxn modelId="{3F31EC96-DACE-42E5-8B83-83F99371A042}" type="presOf" srcId="{34A9D4B8-E0F3-46DF-805A-7F1CADCC6CB9}" destId="{6AD1D80C-2BE6-48EB-9F6C-2A11D07F3884}" srcOrd="1" destOrd="0" presId="urn:microsoft.com/office/officeart/2005/8/layout/orgChart1#2"/>
    <dgm:cxn modelId="{0FCDD5A5-69CB-4A62-8478-26EC2A72A7C7}" type="presOf" srcId="{12B2C22F-E3CF-4B5A-A561-EE1419C0FC07}" destId="{1DC93406-F7F8-4DDD-AE9C-876AA575268C}" srcOrd="0" destOrd="0" presId="urn:microsoft.com/office/officeart/2005/8/layout/orgChart1#2"/>
    <dgm:cxn modelId="{05FDFDA9-1C9A-4F6D-9BFF-3D7E2BBD57FE}" srcId="{34A9D4B8-E0F3-46DF-805A-7F1CADCC6CB9}" destId="{12B2C22F-E3CF-4B5A-A561-EE1419C0FC07}" srcOrd="0" destOrd="0" parTransId="{B96D70A5-6ADB-4C33-B3D9-BC0015F4FAF0}" sibTransId="{C9F358B3-E34D-4359-A6FD-3BE21506E420}"/>
    <dgm:cxn modelId="{01573FD2-9199-45E2-89D3-3955CBF03D56}" type="presOf" srcId="{B96D70A5-6ADB-4C33-B3D9-BC0015F4FAF0}" destId="{B156CA93-2DE8-4167-A0CD-A879B74706C5}" srcOrd="0" destOrd="0" presId="urn:microsoft.com/office/officeart/2005/8/layout/orgChart1#2"/>
    <dgm:cxn modelId="{1C2BAEDE-CBB6-4BE2-A20B-2458538E1D3C}" type="presOf" srcId="{34A9D4B8-E0F3-46DF-805A-7F1CADCC6CB9}" destId="{5CE9877A-DAD2-4CF4-9486-869EFF43AF7B}" srcOrd="2" destOrd="0" presId="urn:microsoft.com/office/officeart/2005/8/layout/orgChart1#2"/>
    <dgm:cxn modelId="{5324605C-82CB-49F5-AE9E-5E7F7630103C}" type="presParOf" srcId="{7A467AA4-AAFF-4F4E-825F-2134D5D0B279}" destId="{350C0972-ADE9-4F55-A2D5-9EC16F91211F}" srcOrd="0" destOrd="0" presId="urn:microsoft.com/office/officeart/2005/8/layout/orgChart1#2"/>
    <dgm:cxn modelId="{4B27318F-517D-43D6-BC21-708D87E7D06B}" type="presParOf" srcId="{350C0972-ADE9-4F55-A2D5-9EC16F91211F}" destId="{E55150DA-B162-456C-AE95-6C0A6C50A599}" srcOrd="0" destOrd="0" presId="urn:microsoft.com/office/officeart/2005/8/layout/orgChart1#2"/>
    <dgm:cxn modelId="{DB33F351-764A-4E12-966B-4BFC216528D9}" type="presParOf" srcId="{E55150DA-B162-456C-AE95-6C0A6C50A599}" destId="{6AD1D80C-2BE6-48EB-9F6C-2A11D07F3884}" srcOrd="0" destOrd="0" presId="urn:microsoft.com/office/officeart/2005/8/layout/orgChart1#2"/>
    <dgm:cxn modelId="{0294BF3F-86A9-45BA-84EC-6DA328DE17FE}" type="presParOf" srcId="{E55150DA-B162-456C-AE95-6C0A6C50A599}" destId="{5CE9877A-DAD2-4CF4-9486-869EFF43AF7B}" srcOrd="1" destOrd="0" presId="urn:microsoft.com/office/officeart/2005/8/layout/orgChart1#2"/>
    <dgm:cxn modelId="{F74C4E9F-D444-47D4-9F60-2FD5B89E8E86}" type="presParOf" srcId="{350C0972-ADE9-4F55-A2D5-9EC16F91211F}" destId="{A77541B8-5D94-4F26-BA61-02554A6DA4DA}" srcOrd="1" destOrd="0" presId="urn:microsoft.com/office/officeart/2005/8/layout/orgChart1#2"/>
    <dgm:cxn modelId="{BFAB2270-0FED-4C28-AC55-A31A8DC60F61}" type="presParOf" srcId="{A77541B8-5D94-4F26-BA61-02554A6DA4DA}" destId="{B156CA93-2DE8-4167-A0CD-A879B74706C5}" srcOrd="0" destOrd="0" presId="urn:microsoft.com/office/officeart/2005/8/layout/orgChart1#2"/>
    <dgm:cxn modelId="{2ECE7979-38A4-410E-A30C-58365593A330}" type="presParOf" srcId="{A77541B8-5D94-4F26-BA61-02554A6DA4DA}" destId="{9EDC8A3A-438D-41E6-A7E8-6C14B2B27D6D}" srcOrd="1" destOrd="0" presId="urn:microsoft.com/office/officeart/2005/8/layout/orgChart1#2"/>
    <dgm:cxn modelId="{9359B71F-D09A-4DC8-955B-13409B540E03}" type="presParOf" srcId="{9EDC8A3A-438D-41E6-A7E8-6C14B2B27D6D}" destId="{1DC93406-F7F8-4DDD-AE9C-876AA575268C}" srcOrd="0" destOrd="0" presId="urn:microsoft.com/office/officeart/2005/8/layout/orgChart1#2"/>
    <dgm:cxn modelId="{004B65D4-6BD7-4BE2-8878-B46E77EE4E04}" type="presParOf" srcId="{1DC93406-F7F8-4DDD-AE9C-876AA575268C}" destId="{1F09210A-9F8D-47D4-8C9E-2CD6B7E3BFA6}" srcOrd="0" destOrd="0" presId="urn:microsoft.com/office/officeart/2005/8/layout/orgChart1#2"/>
    <dgm:cxn modelId="{4EDB2B4A-CC67-4418-9090-D717C819C452}" type="presParOf" srcId="{1DC93406-F7F8-4DDD-AE9C-876AA575268C}" destId="{BED41C9C-049D-47C6-A7EF-C8CC43C72F9B}" srcOrd="1" destOrd="0" presId="urn:microsoft.com/office/officeart/2005/8/layout/orgChart1#2"/>
    <dgm:cxn modelId="{D7E2F0FF-6DA8-4282-8679-0CBC2A876E73}" type="presParOf" srcId="{9EDC8A3A-438D-41E6-A7E8-6C14B2B27D6D}" destId="{239B23C4-DAAF-4550-BF37-E5D32CDAB908}" srcOrd="1" destOrd="0" presId="urn:microsoft.com/office/officeart/2005/8/layout/orgChart1#2"/>
    <dgm:cxn modelId="{BF0B0B94-5414-4904-904E-2ACBC9356572}" type="presParOf" srcId="{9EDC8A3A-438D-41E6-A7E8-6C14B2B27D6D}" destId="{B5D20B1E-C2CE-4CE9-AF09-3D419FC5195F}" srcOrd="2" destOrd="0" presId="urn:microsoft.com/office/officeart/2005/8/layout/orgChart1#2"/>
    <dgm:cxn modelId="{BDBEAE71-FEFD-464E-BC8E-3B62A932796B}" type="presParOf" srcId="{A77541B8-5D94-4F26-BA61-02554A6DA4DA}" destId="{90AC8306-DE82-4296-8A5F-764AB48065D6}" srcOrd="2" destOrd="0" presId="urn:microsoft.com/office/officeart/2005/8/layout/orgChart1#2"/>
    <dgm:cxn modelId="{6E244597-E2D0-4D16-BE30-AF4B0AB52B45}" type="presParOf" srcId="{A77541B8-5D94-4F26-BA61-02554A6DA4DA}" destId="{496E3FBD-C196-4313-84F5-0A8335C1AC79}" srcOrd="3" destOrd="0" presId="urn:microsoft.com/office/officeart/2005/8/layout/orgChart1#2"/>
    <dgm:cxn modelId="{A4E6DA34-6DC9-4808-B8C5-718E29F218DB}" type="presParOf" srcId="{496E3FBD-C196-4313-84F5-0A8335C1AC79}" destId="{17CC9508-6274-4697-A155-00ADBD2EA417}" srcOrd="0" destOrd="0" presId="urn:microsoft.com/office/officeart/2005/8/layout/orgChart1#2"/>
    <dgm:cxn modelId="{137C25F4-9A45-434D-BFC9-66E9F6DD9EF0}" type="presParOf" srcId="{17CC9508-6274-4697-A155-00ADBD2EA417}" destId="{28694DCC-45BA-4836-88D8-138001E1D567}" srcOrd="0" destOrd="0" presId="urn:microsoft.com/office/officeart/2005/8/layout/orgChart1#2"/>
    <dgm:cxn modelId="{8A12524E-B1E9-40D5-9BD1-65F4EAE8A30B}" type="presParOf" srcId="{17CC9508-6274-4697-A155-00ADBD2EA417}" destId="{17AE3D62-E029-4122-BF02-53CE2DED1F20}" srcOrd="1" destOrd="0" presId="urn:microsoft.com/office/officeart/2005/8/layout/orgChart1#2"/>
    <dgm:cxn modelId="{6D0ED688-DCEE-4579-B388-8EB5B241A385}" type="presParOf" srcId="{496E3FBD-C196-4313-84F5-0A8335C1AC79}" destId="{279B4807-C6BA-45BD-A53D-C048CC60B301}" srcOrd="1" destOrd="0" presId="urn:microsoft.com/office/officeart/2005/8/layout/orgChart1#2"/>
    <dgm:cxn modelId="{DE072E39-030F-450A-BD34-C4B40ADB448A}" type="presParOf" srcId="{496E3FBD-C196-4313-84F5-0A8335C1AC79}" destId="{83DB1477-4BEA-4042-9587-D8B36E7C3D65}" srcOrd="2" destOrd="0" presId="urn:microsoft.com/office/officeart/2005/8/layout/orgChart1#2"/>
    <dgm:cxn modelId="{D420B5A9-EF24-4D7D-8BF7-E1A6F8362F50}" type="presParOf" srcId="{350C0972-ADE9-4F55-A2D5-9EC16F91211F}" destId="{02013D60-054C-4869-93C1-683BF3C0A7D6}" srcOrd="2" destOrd="0" presId="urn:microsoft.com/office/officeart/2005/8/layout/orgChart1#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FA69D5-F120-4264-89AC-C19F35728A57}" type="doc">
      <dgm:prSet loTypeId="urn:microsoft.com/office/officeart/2005/8/layout/pyramid2" loCatId="pyramid" qsTypeId="urn:microsoft.com/office/officeart/2005/8/quickstyle/simple1" qsCatId="simple" csTypeId="urn:microsoft.com/office/officeart/2005/8/colors/accent1_2" csCatId="accent1" phldr="1"/>
      <dgm:spPr/>
    </dgm:pt>
    <dgm:pt modelId="{4DAA8D1E-8234-4DD6-9455-54AA0600201A}">
      <dgm:prSet phldrT="[Text]"/>
      <dgm:spPr/>
      <dgm:t>
        <a:bodyPr/>
        <a:lstStyle/>
        <a:p>
          <a:r>
            <a:rPr lang="en-US" dirty="0"/>
            <a:t>Convolution Layer</a:t>
          </a:r>
        </a:p>
      </dgm:t>
    </dgm:pt>
    <dgm:pt modelId="{0CE39CF6-8E72-4FFF-8CE8-6DB4D6C3BCD7}" type="parTrans" cxnId="{89EEA57D-A8C9-4D43-AFB7-E6A02B432A70}">
      <dgm:prSet/>
      <dgm:spPr/>
      <dgm:t>
        <a:bodyPr/>
        <a:lstStyle/>
        <a:p>
          <a:endParaRPr lang="en-US"/>
        </a:p>
      </dgm:t>
    </dgm:pt>
    <dgm:pt modelId="{70C1C79A-CA1C-4617-A11E-D50BB95CAC12}" type="sibTrans" cxnId="{89EEA57D-A8C9-4D43-AFB7-E6A02B432A70}">
      <dgm:prSet/>
      <dgm:spPr/>
      <dgm:t>
        <a:bodyPr/>
        <a:lstStyle/>
        <a:p>
          <a:endParaRPr lang="en-US"/>
        </a:p>
      </dgm:t>
    </dgm:pt>
    <dgm:pt modelId="{87281841-DA04-443C-AEEC-EAD79BD8496B}">
      <dgm:prSet phldrT="[Text]"/>
      <dgm:spPr/>
      <dgm:t>
        <a:bodyPr/>
        <a:lstStyle/>
        <a:p>
          <a:r>
            <a:rPr lang="en-US" dirty="0"/>
            <a:t>Rectified Linear Unit (ReLU)</a:t>
          </a:r>
        </a:p>
      </dgm:t>
    </dgm:pt>
    <dgm:pt modelId="{81210171-310E-4077-89CD-87FAED016C6C}" type="parTrans" cxnId="{578423C4-29CC-41E7-AA33-8D9B5BFF8E53}">
      <dgm:prSet/>
      <dgm:spPr/>
      <dgm:t>
        <a:bodyPr/>
        <a:lstStyle/>
        <a:p>
          <a:endParaRPr lang="en-US"/>
        </a:p>
      </dgm:t>
    </dgm:pt>
    <dgm:pt modelId="{74294510-B7C6-4ECC-8F3A-7B188793F178}" type="sibTrans" cxnId="{578423C4-29CC-41E7-AA33-8D9B5BFF8E53}">
      <dgm:prSet/>
      <dgm:spPr/>
      <dgm:t>
        <a:bodyPr/>
        <a:lstStyle/>
        <a:p>
          <a:endParaRPr lang="en-US"/>
        </a:p>
      </dgm:t>
    </dgm:pt>
    <dgm:pt modelId="{CD402768-6A75-4DA2-9298-AFB269279CDE}">
      <dgm:prSet phldrT="[Text]"/>
      <dgm:spPr/>
      <dgm:t>
        <a:bodyPr/>
        <a:lstStyle/>
        <a:p>
          <a:r>
            <a:rPr lang="en-US" dirty="0"/>
            <a:t>Pooling Layer</a:t>
          </a:r>
        </a:p>
      </dgm:t>
    </dgm:pt>
    <dgm:pt modelId="{1B0CE7A9-E1E8-45AB-9752-2ECF43E9FE25}" type="parTrans" cxnId="{EDD16A6F-7866-4AAE-999B-E27597E90A03}">
      <dgm:prSet/>
      <dgm:spPr/>
      <dgm:t>
        <a:bodyPr/>
        <a:lstStyle/>
        <a:p>
          <a:endParaRPr lang="en-US"/>
        </a:p>
      </dgm:t>
    </dgm:pt>
    <dgm:pt modelId="{AC219897-64F3-4DEE-BE1A-3D90C7DAE448}" type="sibTrans" cxnId="{EDD16A6F-7866-4AAE-999B-E27597E90A03}">
      <dgm:prSet/>
      <dgm:spPr/>
      <dgm:t>
        <a:bodyPr/>
        <a:lstStyle/>
        <a:p>
          <a:endParaRPr lang="en-US"/>
        </a:p>
      </dgm:t>
    </dgm:pt>
    <dgm:pt modelId="{95A4177B-6498-42BA-81F3-B6377797F474}">
      <dgm:prSet phldrT="[Text]"/>
      <dgm:spPr/>
      <dgm:t>
        <a:bodyPr/>
        <a:lstStyle/>
        <a:p>
          <a:r>
            <a:rPr lang="en-US" dirty="0"/>
            <a:t>Fully Connected Layer</a:t>
          </a:r>
        </a:p>
      </dgm:t>
    </dgm:pt>
    <dgm:pt modelId="{6C84774B-6895-4FCD-8F64-995897238A43}" type="parTrans" cxnId="{79C81D6C-CA74-4C29-81D9-2870F4E6BF30}">
      <dgm:prSet/>
      <dgm:spPr/>
      <dgm:t>
        <a:bodyPr/>
        <a:lstStyle/>
        <a:p>
          <a:endParaRPr lang="en-US"/>
        </a:p>
      </dgm:t>
    </dgm:pt>
    <dgm:pt modelId="{E284DBD4-78B4-493F-8BFB-842E5D4A1C83}" type="sibTrans" cxnId="{79C81D6C-CA74-4C29-81D9-2870F4E6BF30}">
      <dgm:prSet/>
      <dgm:spPr/>
      <dgm:t>
        <a:bodyPr/>
        <a:lstStyle/>
        <a:p>
          <a:endParaRPr lang="en-US"/>
        </a:p>
      </dgm:t>
    </dgm:pt>
    <dgm:pt modelId="{FE073CE9-3D3F-4F8E-8A91-E40C3F4A6BD8}" type="pres">
      <dgm:prSet presAssocID="{91FA69D5-F120-4264-89AC-C19F35728A57}" presName="compositeShape" presStyleCnt="0">
        <dgm:presLayoutVars>
          <dgm:dir/>
          <dgm:resizeHandles/>
        </dgm:presLayoutVars>
      </dgm:prSet>
      <dgm:spPr/>
    </dgm:pt>
    <dgm:pt modelId="{2FD2DE68-BE26-462F-95B7-FEE5A71EA5C9}" type="pres">
      <dgm:prSet presAssocID="{91FA69D5-F120-4264-89AC-C19F35728A57}" presName="pyramid" presStyleLbl="node1" presStyleIdx="0" presStyleCnt="1" custScaleX="132409"/>
      <dgm:spPr/>
    </dgm:pt>
    <dgm:pt modelId="{DC84AC49-9619-4676-9C95-304F30F5A83A}" type="pres">
      <dgm:prSet presAssocID="{91FA69D5-F120-4264-89AC-C19F35728A57}" presName="theList" presStyleCnt="0"/>
      <dgm:spPr/>
    </dgm:pt>
    <dgm:pt modelId="{590883ED-FE76-4DE8-8B67-F654E95E571F}" type="pres">
      <dgm:prSet presAssocID="{4DAA8D1E-8234-4DD6-9455-54AA0600201A}" presName="aNode" presStyleLbl="fgAcc1" presStyleIdx="0" presStyleCnt="4">
        <dgm:presLayoutVars>
          <dgm:bulletEnabled val="1"/>
        </dgm:presLayoutVars>
      </dgm:prSet>
      <dgm:spPr/>
    </dgm:pt>
    <dgm:pt modelId="{2ABCDCDD-A2D9-4A15-AB34-C2D7A22CC0F2}" type="pres">
      <dgm:prSet presAssocID="{4DAA8D1E-8234-4DD6-9455-54AA0600201A}" presName="aSpace" presStyleCnt="0"/>
      <dgm:spPr/>
    </dgm:pt>
    <dgm:pt modelId="{875F0678-A0EF-4C01-A2CD-DCC11161759F}" type="pres">
      <dgm:prSet presAssocID="{87281841-DA04-443C-AEEC-EAD79BD8496B}" presName="aNode" presStyleLbl="fgAcc1" presStyleIdx="1" presStyleCnt="4">
        <dgm:presLayoutVars>
          <dgm:bulletEnabled val="1"/>
        </dgm:presLayoutVars>
      </dgm:prSet>
      <dgm:spPr/>
    </dgm:pt>
    <dgm:pt modelId="{611FA409-3BEE-47DE-BDBB-69F16A8DD7D7}" type="pres">
      <dgm:prSet presAssocID="{87281841-DA04-443C-AEEC-EAD79BD8496B}" presName="aSpace" presStyleCnt="0"/>
      <dgm:spPr/>
    </dgm:pt>
    <dgm:pt modelId="{4EFFF1F6-A707-48EF-BBDC-22C61C50918E}" type="pres">
      <dgm:prSet presAssocID="{CD402768-6A75-4DA2-9298-AFB269279CDE}" presName="aNode" presStyleLbl="fgAcc1" presStyleIdx="2" presStyleCnt="4">
        <dgm:presLayoutVars>
          <dgm:bulletEnabled val="1"/>
        </dgm:presLayoutVars>
      </dgm:prSet>
      <dgm:spPr/>
    </dgm:pt>
    <dgm:pt modelId="{51E36D6E-20FC-4A97-879F-B469BCD68C75}" type="pres">
      <dgm:prSet presAssocID="{CD402768-6A75-4DA2-9298-AFB269279CDE}" presName="aSpace" presStyleCnt="0"/>
      <dgm:spPr/>
    </dgm:pt>
    <dgm:pt modelId="{64706C75-3CDB-4E58-8CEE-FF17C724942E}" type="pres">
      <dgm:prSet presAssocID="{95A4177B-6498-42BA-81F3-B6377797F474}" presName="aNode" presStyleLbl="fgAcc1" presStyleIdx="3" presStyleCnt="4">
        <dgm:presLayoutVars>
          <dgm:bulletEnabled val="1"/>
        </dgm:presLayoutVars>
      </dgm:prSet>
      <dgm:spPr/>
    </dgm:pt>
    <dgm:pt modelId="{34215824-7987-476A-BC59-7BFBF438AB1F}" type="pres">
      <dgm:prSet presAssocID="{95A4177B-6498-42BA-81F3-B6377797F474}" presName="aSpace" presStyleCnt="0"/>
      <dgm:spPr/>
    </dgm:pt>
  </dgm:ptLst>
  <dgm:cxnLst>
    <dgm:cxn modelId="{3E78830E-AF00-4CEB-A928-084B8F737426}" type="presOf" srcId="{87281841-DA04-443C-AEEC-EAD79BD8496B}" destId="{875F0678-A0EF-4C01-A2CD-DCC11161759F}" srcOrd="0" destOrd="0" presId="urn:microsoft.com/office/officeart/2005/8/layout/pyramid2"/>
    <dgm:cxn modelId="{79C81D6C-CA74-4C29-81D9-2870F4E6BF30}" srcId="{91FA69D5-F120-4264-89AC-C19F35728A57}" destId="{95A4177B-6498-42BA-81F3-B6377797F474}" srcOrd="3" destOrd="0" parTransId="{6C84774B-6895-4FCD-8F64-995897238A43}" sibTransId="{E284DBD4-78B4-493F-8BFB-842E5D4A1C83}"/>
    <dgm:cxn modelId="{EDD16A6F-7866-4AAE-999B-E27597E90A03}" srcId="{91FA69D5-F120-4264-89AC-C19F35728A57}" destId="{CD402768-6A75-4DA2-9298-AFB269279CDE}" srcOrd="2" destOrd="0" parTransId="{1B0CE7A9-E1E8-45AB-9752-2ECF43E9FE25}" sibTransId="{AC219897-64F3-4DEE-BE1A-3D90C7DAE448}"/>
    <dgm:cxn modelId="{89EEA57D-A8C9-4D43-AFB7-E6A02B432A70}" srcId="{91FA69D5-F120-4264-89AC-C19F35728A57}" destId="{4DAA8D1E-8234-4DD6-9455-54AA0600201A}" srcOrd="0" destOrd="0" parTransId="{0CE39CF6-8E72-4FFF-8CE8-6DB4D6C3BCD7}" sibTransId="{70C1C79A-CA1C-4617-A11E-D50BB95CAC12}"/>
    <dgm:cxn modelId="{D00F2A8E-927B-42BF-9410-DF0DD57EBE65}" type="presOf" srcId="{4DAA8D1E-8234-4DD6-9455-54AA0600201A}" destId="{590883ED-FE76-4DE8-8B67-F654E95E571F}" srcOrd="0" destOrd="0" presId="urn:microsoft.com/office/officeart/2005/8/layout/pyramid2"/>
    <dgm:cxn modelId="{54B280A6-DC05-4A75-BA28-62032446D158}" type="presOf" srcId="{CD402768-6A75-4DA2-9298-AFB269279CDE}" destId="{4EFFF1F6-A707-48EF-BBDC-22C61C50918E}" srcOrd="0" destOrd="0" presId="urn:microsoft.com/office/officeart/2005/8/layout/pyramid2"/>
    <dgm:cxn modelId="{578423C4-29CC-41E7-AA33-8D9B5BFF8E53}" srcId="{91FA69D5-F120-4264-89AC-C19F35728A57}" destId="{87281841-DA04-443C-AEEC-EAD79BD8496B}" srcOrd="1" destOrd="0" parTransId="{81210171-310E-4077-89CD-87FAED016C6C}" sibTransId="{74294510-B7C6-4ECC-8F3A-7B188793F178}"/>
    <dgm:cxn modelId="{8273D1CD-055D-4CE1-8EDC-63C37D7B24C5}" type="presOf" srcId="{91FA69D5-F120-4264-89AC-C19F35728A57}" destId="{FE073CE9-3D3F-4F8E-8A91-E40C3F4A6BD8}" srcOrd="0" destOrd="0" presId="urn:microsoft.com/office/officeart/2005/8/layout/pyramid2"/>
    <dgm:cxn modelId="{7577ECDA-7AFB-4188-9B9F-33FD257C13D4}" type="presOf" srcId="{95A4177B-6498-42BA-81F3-B6377797F474}" destId="{64706C75-3CDB-4E58-8CEE-FF17C724942E}" srcOrd="0" destOrd="0" presId="urn:microsoft.com/office/officeart/2005/8/layout/pyramid2"/>
    <dgm:cxn modelId="{0ED5E58E-60F7-40F5-8522-6B6CAEBB085E}" type="presParOf" srcId="{FE073CE9-3D3F-4F8E-8A91-E40C3F4A6BD8}" destId="{2FD2DE68-BE26-462F-95B7-FEE5A71EA5C9}" srcOrd="0" destOrd="0" presId="urn:microsoft.com/office/officeart/2005/8/layout/pyramid2"/>
    <dgm:cxn modelId="{839F8B04-2A76-4695-9E23-683B05DBDAC6}" type="presParOf" srcId="{FE073CE9-3D3F-4F8E-8A91-E40C3F4A6BD8}" destId="{DC84AC49-9619-4676-9C95-304F30F5A83A}" srcOrd="1" destOrd="0" presId="urn:microsoft.com/office/officeart/2005/8/layout/pyramid2"/>
    <dgm:cxn modelId="{D2907B62-09D4-4168-819A-1726DEF41991}" type="presParOf" srcId="{DC84AC49-9619-4676-9C95-304F30F5A83A}" destId="{590883ED-FE76-4DE8-8B67-F654E95E571F}" srcOrd="0" destOrd="0" presId="urn:microsoft.com/office/officeart/2005/8/layout/pyramid2"/>
    <dgm:cxn modelId="{04B31D71-9E1C-45B3-92BF-21E3C574FB71}" type="presParOf" srcId="{DC84AC49-9619-4676-9C95-304F30F5A83A}" destId="{2ABCDCDD-A2D9-4A15-AB34-C2D7A22CC0F2}" srcOrd="1" destOrd="0" presId="urn:microsoft.com/office/officeart/2005/8/layout/pyramid2"/>
    <dgm:cxn modelId="{D529E264-B9F5-4BF4-A5CB-007F94D37C4F}" type="presParOf" srcId="{DC84AC49-9619-4676-9C95-304F30F5A83A}" destId="{875F0678-A0EF-4C01-A2CD-DCC11161759F}" srcOrd="2" destOrd="0" presId="urn:microsoft.com/office/officeart/2005/8/layout/pyramid2"/>
    <dgm:cxn modelId="{7646E7E6-FF62-4A29-9D48-200BA624B335}" type="presParOf" srcId="{DC84AC49-9619-4676-9C95-304F30F5A83A}" destId="{611FA409-3BEE-47DE-BDBB-69F16A8DD7D7}" srcOrd="3" destOrd="0" presId="urn:microsoft.com/office/officeart/2005/8/layout/pyramid2"/>
    <dgm:cxn modelId="{4CE0749D-8541-406C-B2E4-60BE789B6D52}" type="presParOf" srcId="{DC84AC49-9619-4676-9C95-304F30F5A83A}" destId="{4EFFF1F6-A707-48EF-BBDC-22C61C50918E}" srcOrd="4" destOrd="0" presId="urn:microsoft.com/office/officeart/2005/8/layout/pyramid2"/>
    <dgm:cxn modelId="{DD260DDA-6DC2-4D29-9886-89B3CF71B16C}" type="presParOf" srcId="{DC84AC49-9619-4676-9C95-304F30F5A83A}" destId="{51E36D6E-20FC-4A97-879F-B469BCD68C75}" srcOrd="5" destOrd="0" presId="urn:microsoft.com/office/officeart/2005/8/layout/pyramid2"/>
    <dgm:cxn modelId="{E93D3373-726F-43A4-A858-F33A658ECEE8}" type="presParOf" srcId="{DC84AC49-9619-4676-9C95-304F30F5A83A}" destId="{64706C75-3CDB-4E58-8CEE-FF17C724942E}" srcOrd="6" destOrd="0" presId="urn:microsoft.com/office/officeart/2005/8/layout/pyramid2"/>
    <dgm:cxn modelId="{3EAD4DFB-6EA2-40CA-9287-F65ABDDE7D45}" type="presParOf" srcId="{DC84AC49-9619-4676-9C95-304F30F5A83A}" destId="{34215824-7987-476A-BC59-7BFBF438AB1F}"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44C22-0516-43F5-BD46-F193C6304638}">
      <dsp:nvSpPr>
        <dsp:cNvPr id="0" name=""/>
        <dsp:cNvSpPr/>
      </dsp:nvSpPr>
      <dsp:spPr>
        <a:xfrm>
          <a:off x="815545" y="0"/>
          <a:ext cx="5903232" cy="4439188"/>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2DC99F-A43B-4EE0-9BF3-23D67BC748EC}">
      <dsp:nvSpPr>
        <dsp:cNvPr id="0" name=""/>
        <dsp:cNvSpPr/>
      </dsp:nvSpPr>
      <dsp:spPr bwMode="white">
        <a:xfrm>
          <a:off x="3767161" y="444352"/>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Facial Recognition</a:t>
          </a:r>
        </a:p>
      </dsp:txBody>
      <dsp:txXfrm>
        <a:off x="3789170" y="466361"/>
        <a:ext cx="2841454" cy="406837"/>
      </dsp:txXfrm>
    </dsp:sp>
    <dsp:sp modelId="{B337C0BD-C98C-4D10-A6D3-111AFA0C58CF}">
      <dsp:nvSpPr>
        <dsp:cNvPr id="0" name=""/>
        <dsp:cNvSpPr/>
      </dsp:nvSpPr>
      <dsp:spPr bwMode="white">
        <a:xfrm>
          <a:off x="3767161" y="951564"/>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Face Filters</a:t>
          </a:r>
        </a:p>
      </dsp:txBody>
      <dsp:txXfrm>
        <a:off x="3789170" y="973573"/>
        <a:ext cx="2841454" cy="406837"/>
      </dsp:txXfrm>
    </dsp:sp>
    <dsp:sp modelId="{EAEE4A52-19BD-4AA4-A6FF-E96FC09E67BD}">
      <dsp:nvSpPr>
        <dsp:cNvPr id="0" name=""/>
        <dsp:cNvSpPr/>
      </dsp:nvSpPr>
      <dsp:spPr bwMode="white">
        <a:xfrm>
          <a:off x="3767161" y="1458776"/>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Google’s Search by Image</a:t>
          </a:r>
        </a:p>
      </dsp:txBody>
      <dsp:txXfrm>
        <a:off x="3789170" y="1480785"/>
        <a:ext cx="2841454" cy="406837"/>
      </dsp:txXfrm>
    </dsp:sp>
    <dsp:sp modelId="{9F6F5B66-BF44-4FF9-A7BB-5E8803D6EA82}">
      <dsp:nvSpPr>
        <dsp:cNvPr id="0" name=""/>
        <dsp:cNvSpPr/>
      </dsp:nvSpPr>
      <dsp:spPr bwMode="white">
        <a:xfrm>
          <a:off x="3767161" y="1965988"/>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CV in Retail</a:t>
          </a:r>
        </a:p>
      </dsp:txBody>
      <dsp:txXfrm>
        <a:off x="3789170" y="1987997"/>
        <a:ext cx="2841454" cy="406837"/>
      </dsp:txXfrm>
    </dsp:sp>
    <dsp:sp modelId="{2BE4C48E-7BD1-49E3-93E3-299E9C231E47}">
      <dsp:nvSpPr>
        <dsp:cNvPr id="0" name=""/>
        <dsp:cNvSpPr/>
      </dsp:nvSpPr>
      <dsp:spPr bwMode="white">
        <a:xfrm>
          <a:off x="3767161" y="2473199"/>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Self-Driving Cars</a:t>
          </a:r>
        </a:p>
      </dsp:txBody>
      <dsp:txXfrm>
        <a:off x="3789170" y="2495208"/>
        <a:ext cx="2841454" cy="406837"/>
      </dsp:txXfrm>
    </dsp:sp>
    <dsp:sp modelId="{DB560BBF-C298-45B9-82DF-3893E7854A56}">
      <dsp:nvSpPr>
        <dsp:cNvPr id="0" name=""/>
        <dsp:cNvSpPr/>
      </dsp:nvSpPr>
      <dsp:spPr bwMode="white">
        <a:xfrm>
          <a:off x="3767161" y="2980411"/>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Medical Imaging</a:t>
          </a:r>
        </a:p>
      </dsp:txBody>
      <dsp:txXfrm>
        <a:off x="3789170" y="3002420"/>
        <a:ext cx="2841454" cy="406837"/>
      </dsp:txXfrm>
    </dsp:sp>
    <dsp:sp modelId="{8E626D1C-D7B6-4657-9D33-E525B92148F2}">
      <dsp:nvSpPr>
        <dsp:cNvPr id="0" name=""/>
        <dsp:cNvSpPr/>
      </dsp:nvSpPr>
      <dsp:spPr bwMode="white">
        <a:xfrm>
          <a:off x="3767161" y="3487623"/>
          <a:ext cx="2885472" cy="4508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Google Translate App</a:t>
          </a:r>
        </a:p>
      </dsp:txBody>
      <dsp:txXfrm>
        <a:off x="3789170" y="3509632"/>
        <a:ext cx="2841454" cy="4068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C8306-DE82-4296-8A5F-764AB48065D6}">
      <dsp:nvSpPr>
        <dsp:cNvPr id="0" name=""/>
        <dsp:cNvSpPr/>
      </dsp:nvSpPr>
      <dsp:spPr>
        <a:xfrm>
          <a:off x="1355100" y="1005274"/>
          <a:ext cx="297211" cy="2299918"/>
        </a:xfrm>
        <a:custGeom>
          <a:avLst/>
          <a:gdLst/>
          <a:ahLst/>
          <a:cxnLst/>
          <a:rect l="0" t="0" r="0" b="0"/>
          <a:pathLst>
            <a:path>
              <a:moveTo>
                <a:pt x="0" y="0"/>
              </a:moveTo>
              <a:lnTo>
                <a:pt x="0" y="2299918"/>
              </a:lnTo>
              <a:lnTo>
                <a:pt x="297211" y="229991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56CA93-2DE8-4167-A0CD-A879B74706C5}">
      <dsp:nvSpPr>
        <dsp:cNvPr id="0" name=""/>
        <dsp:cNvSpPr/>
      </dsp:nvSpPr>
      <dsp:spPr>
        <a:xfrm>
          <a:off x="1355100" y="1005274"/>
          <a:ext cx="297211" cy="904241"/>
        </a:xfrm>
        <a:custGeom>
          <a:avLst/>
          <a:gdLst/>
          <a:ahLst/>
          <a:cxnLst/>
          <a:rect l="0" t="0" r="0" b="0"/>
          <a:pathLst>
            <a:path>
              <a:moveTo>
                <a:pt x="0" y="0"/>
              </a:moveTo>
              <a:lnTo>
                <a:pt x="0" y="904241"/>
              </a:lnTo>
              <a:lnTo>
                <a:pt x="297211" y="90424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D1D80C-2BE6-48EB-9F6C-2A11D07F3884}">
      <dsp:nvSpPr>
        <dsp:cNvPr id="0" name=""/>
        <dsp:cNvSpPr/>
      </dsp:nvSpPr>
      <dsp:spPr>
        <a:xfrm>
          <a:off x="1156959" y="1114"/>
          <a:ext cx="1981408" cy="100415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Single Objects</a:t>
          </a:r>
        </a:p>
      </dsp:txBody>
      <dsp:txXfrm>
        <a:off x="1156959" y="1114"/>
        <a:ext cx="1981408" cy="1004159"/>
      </dsp:txXfrm>
    </dsp:sp>
    <dsp:sp modelId="{1F09210A-9F8D-47D4-8C9E-2CD6B7E3BFA6}">
      <dsp:nvSpPr>
        <dsp:cNvPr id="0" name=""/>
        <dsp:cNvSpPr/>
      </dsp:nvSpPr>
      <dsp:spPr>
        <a:xfrm>
          <a:off x="1652311" y="1418080"/>
          <a:ext cx="1983394" cy="98287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en-US" sz="2000" kern="1200" dirty="0"/>
            <a:t>Classification</a:t>
          </a:r>
        </a:p>
      </dsp:txBody>
      <dsp:txXfrm>
        <a:off x="1652311" y="1418080"/>
        <a:ext cx="1983394" cy="982870"/>
      </dsp:txXfrm>
    </dsp:sp>
    <dsp:sp modelId="{28694DCC-45BA-4836-88D8-138001E1D567}">
      <dsp:nvSpPr>
        <dsp:cNvPr id="0" name=""/>
        <dsp:cNvSpPr/>
      </dsp:nvSpPr>
      <dsp:spPr>
        <a:xfrm>
          <a:off x="1652311" y="2813757"/>
          <a:ext cx="1983394" cy="98287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en-US" sz="2000" kern="1200" dirty="0"/>
            <a:t>Classification + Localization</a:t>
          </a:r>
        </a:p>
      </dsp:txBody>
      <dsp:txXfrm>
        <a:off x="1652311" y="2813757"/>
        <a:ext cx="1983394" cy="9828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C8306-DE82-4296-8A5F-764AB48065D6}">
      <dsp:nvSpPr>
        <dsp:cNvPr id="0" name=""/>
        <dsp:cNvSpPr/>
      </dsp:nvSpPr>
      <dsp:spPr>
        <a:xfrm>
          <a:off x="1348852" y="989247"/>
          <a:ext cx="299280" cy="2313608"/>
        </a:xfrm>
        <a:custGeom>
          <a:avLst/>
          <a:gdLst/>
          <a:ahLst/>
          <a:cxnLst/>
          <a:rect l="0" t="0" r="0" b="0"/>
          <a:pathLst>
            <a:path>
              <a:moveTo>
                <a:pt x="0" y="0"/>
              </a:moveTo>
              <a:lnTo>
                <a:pt x="0" y="2313608"/>
              </a:lnTo>
              <a:lnTo>
                <a:pt x="299280" y="231360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56CA93-2DE8-4167-A0CD-A879B74706C5}">
      <dsp:nvSpPr>
        <dsp:cNvPr id="0" name=""/>
        <dsp:cNvSpPr/>
      </dsp:nvSpPr>
      <dsp:spPr>
        <a:xfrm>
          <a:off x="1348852" y="989247"/>
          <a:ext cx="299280" cy="909623"/>
        </a:xfrm>
        <a:custGeom>
          <a:avLst/>
          <a:gdLst/>
          <a:ahLst/>
          <a:cxnLst/>
          <a:rect l="0" t="0" r="0" b="0"/>
          <a:pathLst>
            <a:path>
              <a:moveTo>
                <a:pt x="0" y="0"/>
              </a:moveTo>
              <a:lnTo>
                <a:pt x="0" y="909623"/>
              </a:lnTo>
              <a:lnTo>
                <a:pt x="299280" y="90962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D1D80C-2BE6-48EB-9F6C-2A11D07F3884}">
      <dsp:nvSpPr>
        <dsp:cNvPr id="0" name=""/>
        <dsp:cNvSpPr/>
      </dsp:nvSpPr>
      <dsp:spPr>
        <a:xfrm>
          <a:off x="1149332" y="526"/>
          <a:ext cx="1995200" cy="98872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Multiple Objects</a:t>
          </a:r>
        </a:p>
      </dsp:txBody>
      <dsp:txXfrm>
        <a:off x="1149332" y="526"/>
        <a:ext cx="1995200" cy="988721"/>
      </dsp:txXfrm>
    </dsp:sp>
    <dsp:sp modelId="{1F09210A-9F8D-47D4-8C9E-2CD6B7E3BFA6}">
      <dsp:nvSpPr>
        <dsp:cNvPr id="0" name=""/>
        <dsp:cNvSpPr/>
      </dsp:nvSpPr>
      <dsp:spPr>
        <a:xfrm>
          <a:off x="1648132" y="1404510"/>
          <a:ext cx="1995200" cy="98872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en-US" sz="2000" kern="1200" dirty="0"/>
            <a:t>Object Detection</a:t>
          </a:r>
        </a:p>
      </dsp:txBody>
      <dsp:txXfrm>
        <a:off x="1648132" y="1404510"/>
        <a:ext cx="1995200" cy="988721"/>
      </dsp:txXfrm>
    </dsp:sp>
    <dsp:sp modelId="{28694DCC-45BA-4836-88D8-138001E1D567}">
      <dsp:nvSpPr>
        <dsp:cNvPr id="0" name=""/>
        <dsp:cNvSpPr/>
      </dsp:nvSpPr>
      <dsp:spPr>
        <a:xfrm>
          <a:off x="1648132" y="2808495"/>
          <a:ext cx="1995200" cy="98872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en-US" sz="2000" kern="1200" dirty="0"/>
            <a:t>Instance Segmentation</a:t>
          </a:r>
        </a:p>
      </dsp:txBody>
      <dsp:txXfrm>
        <a:off x="1648132" y="2808495"/>
        <a:ext cx="1995200" cy="9887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D2DE68-BE26-462F-95B7-FEE5A71EA5C9}">
      <dsp:nvSpPr>
        <dsp:cNvPr id="0" name=""/>
        <dsp:cNvSpPr/>
      </dsp:nvSpPr>
      <dsp:spPr>
        <a:xfrm>
          <a:off x="1054730" y="0"/>
          <a:ext cx="5840738" cy="4411134"/>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0883ED-FE76-4DE8-8B67-F654E95E571F}">
      <dsp:nvSpPr>
        <dsp:cNvPr id="0" name=""/>
        <dsp:cNvSpPr/>
      </dsp:nvSpPr>
      <dsp:spPr>
        <a:xfrm>
          <a:off x="3975100" y="441544"/>
          <a:ext cx="2867237" cy="78401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Convolution Layer</a:t>
          </a:r>
        </a:p>
      </dsp:txBody>
      <dsp:txXfrm>
        <a:off x="4013372" y="479816"/>
        <a:ext cx="2790693" cy="707466"/>
      </dsp:txXfrm>
    </dsp:sp>
    <dsp:sp modelId="{875F0678-A0EF-4C01-A2CD-DCC11161759F}">
      <dsp:nvSpPr>
        <dsp:cNvPr id="0" name=""/>
        <dsp:cNvSpPr/>
      </dsp:nvSpPr>
      <dsp:spPr>
        <a:xfrm>
          <a:off x="3975100" y="1323555"/>
          <a:ext cx="2867237" cy="78401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Rectified Linear Unit (ReLU)</a:t>
          </a:r>
        </a:p>
      </dsp:txBody>
      <dsp:txXfrm>
        <a:off x="4013372" y="1361827"/>
        <a:ext cx="2790693" cy="707466"/>
      </dsp:txXfrm>
    </dsp:sp>
    <dsp:sp modelId="{4EFFF1F6-A707-48EF-BBDC-22C61C50918E}">
      <dsp:nvSpPr>
        <dsp:cNvPr id="0" name=""/>
        <dsp:cNvSpPr/>
      </dsp:nvSpPr>
      <dsp:spPr>
        <a:xfrm>
          <a:off x="3975100" y="2205567"/>
          <a:ext cx="2867237" cy="78401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Pooling Layer</a:t>
          </a:r>
        </a:p>
      </dsp:txBody>
      <dsp:txXfrm>
        <a:off x="4013372" y="2243839"/>
        <a:ext cx="2790693" cy="707466"/>
      </dsp:txXfrm>
    </dsp:sp>
    <dsp:sp modelId="{64706C75-3CDB-4E58-8CEE-FF17C724942E}">
      <dsp:nvSpPr>
        <dsp:cNvPr id="0" name=""/>
        <dsp:cNvSpPr/>
      </dsp:nvSpPr>
      <dsp:spPr>
        <a:xfrm>
          <a:off x="3975100" y="3087578"/>
          <a:ext cx="2867237" cy="78401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Fully Connected Layer</a:t>
          </a:r>
        </a:p>
      </dsp:txBody>
      <dsp:txXfrm>
        <a:off x="4013372" y="3125850"/>
        <a:ext cx="2790693" cy="707466"/>
      </dsp:txXfrm>
    </dsp:sp>
  </dsp:spTree>
</dsp:drawing>
</file>

<file path=ppt/diagrams/layout1.xml><?xml version="1.0" encoding="utf-8"?>
<dgm:layoutDef xmlns:dgm="http://schemas.openxmlformats.org/drawingml/2006/diagram" xmlns:a="http://schemas.openxmlformats.org/drawingml/2006/main" uniqueId="urn:microsoft.com/office/officeart/2005/8/layout/pyramid2#1">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2">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29:52.8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1 219,'63'0,"-5"0,-19 0,-4 0,1-2,1 0,-3-1,-2 0,-3 1,-6-1,-1-1,2 0,1-1,0 0,-1-1,-2 2,-4 2,-2-2,-1 2,2-2,2 1,4-1,3-1,1 1,1-2,1 2,0-1,0 1,1 2,1-1,2 0,3-1,0 0,-4 0,-3 0,-4 2,-2 0,-2 1,-1-1,-1 0,0 0,-2 1,-2 1,0 0,0 0,2 0,3 0,3-1,1-1,2 0,3 0,2 0,1 0,-2 0,1-2,-2 2,1 0,-1-2,-3 2,0-2,0 0,1 0,1 0,0-1,0 0,-2 1,-2 0,-2 0,0 0,0 0,2 0,-1 0,1 2,-2 0,-2 0,-4 0,1 0,2 1,3 1,3 0,1 0,0 0,0 0,-4 0,-1 0,-1 0,-3 0,-2 0,2 1,-5 3,5 3,-1 2,-5-1,6 1,-8 0,3 1,-1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29:55.50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1,'74'0,"7"0,4 0,2 0,-9 0,-11 0,-10 0,-10 1,-2 2,2-1,1 1,3 0,-3-1,4 2,2 0,4 1,1 2,-5-3,-7-2,-9 2,-8-2,-4 0,-4 0,1-2,1 0,1 0,-1 2,0 0,-3 0,1 0,-2-2,0 0,2 0,1 0,0 0,0 0,-2 0,-3 0,-1 0,0 0,2 0,2 0,1 0,-3 0,-2 0,-2 0,2 0,-2 0,1 0,1 0,0 0,1 0,-2-2,4-2,-7 1,5-3,1 3,-6 0,4-1,-7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29:59.40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0 145,'73'0,"6"0,8 0,-2 0,-7 0,-10 0,5 0,2 0,2 0,-1 0,-9 0,-3 0,-5 0,-5 0,-6 0,-3 0,-3 0,1 0,0 0,-2 0,-2 0,-3 0,-2-2,2 0,3 0,3-2,1 1,0-1,-5-1,-6 1,-3-1,-4 0,3 0,0 0,1 1,1-1,1-1,-2 1,0-1,-1 2,1-1,5 0,3-1,3 0,0 0,1 2,-1 0,-3 3,-2 1,-4-1,-2 0,-3-2,-4 1,0-2,-1 1,-1-1,0 1,-1 1,-2 1,2 1,-2 0,0-1,0-1,-2 0,0 0,2 2,0 0,3 0,1 0,-1 0,1 0,-2 0,-2 0,0 0,0 0,2 0,3 0,0 0,-3 0,-2 0,-2 0,1 0,2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0:13.9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0,'63'0,"-3"0,-19 0,0 0,-2 0,0 0,9 0,-1 0,0 0,-4 0,-11 0,-1 0,-2 0,-3 0,2 2,-1 0,-1 0,3 0,2 0,3 0,2 0,-2 0,-7-2,-2 0,-3 0,-1 0,2 0,1 1,0 1,0 0,-2 0,0-2,0 0,-3 0,0 0,-2 0,-3 0,3 0,2 0,1 0,1 0,2 0,2 0,1 0,-2 2,-3 0,-1 0,-3-1,-1-1,2 0,-2 0,2 0,-1 0,-5 0,6 0,-4 0,8 0,-8 0,3 0,-1 3,0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0:17.4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1,'88'0,"-4"0,-17 0,-4 0,-6 0,-8 0,-5 0,2 0,1 0,2 0,-3 0,-3 0,3 0,3 0,1 0,1 0,-5 0,-5 0,-4 0,-6 0,-3 0,-6 0,-4 0,-2 0,-1 0,0 0,7 0,-8 0,6 0,-7 0,0 0,9 0,-6 0,4 0,-7 0,0 0,6 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0:26.1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1 191,'74'0,"-12"0,-32 0,-4 0,-4 0,3 0,11 0,8 0,6 0,1 0,-7 0,-1 0,0 0,1 0,0 0,0-2,0 0,-1 0,-3-1,0 1,-2 0,-2 0,-3-1,-2 1,-1 0,1 0,3 1,0-2,0 1,0 1,-1-1,0 0,0 0,1 0,-1 1,1-2,-1 1,0-2,-2 2,-1-1,1 2,-2-1,2 0,0 0,0 0,4 0,5-1,3-2,5-1,-2 1,-4 0,-3 1,-7-1,-1 1,-3 1,-2 0,3 0,-1-1,1-1,1 1,-2 0,0 0,-1 1,1-1,-2 1,3 1,-1-2,-1 2,-1 0,-2 0,-2 0,-1 0,-1 0,0 0,2 0,2-1,0 2,0-1,-2 0,0 0,-3 0,-1 2,-1-1,1-1,-3 0,4 0,-4 2,0 0,6-3,-4 2,4-2,-6 3,-2 0,5 0,-1 0,1 0,-2 0,-1 0,0 0,6 3,-8-2,1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0:48.45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0 197,'38'0,"-5"0,-23 0,0 0,9 0,-7 0,9 0,-6 0,1 0,1 0,2 0,0 0,2-2,2 0,-2-1,1 0,1 1,0-2,0 0,-2 2,-3-1,-1 1,-2 0,3-3,-2 4,2-4,-4 3,5-2,-6 1,5 0,1 0,-4 1,6-1,-6 2,-3-1,8 0,-6 1,5 0,-2-2,-4 2,5-2,2 2,-6 0,6-1,-7 0,0-2,6 2,3-2,4 0,2 0,-4 0,-3 2,-4 1,-4 1,4 0,-2 0,2 0,0-1,-2 0,2-2,-3 2,5-1,-4 1,3-1,-3 0,0-2,0 2,0 0,0-1,0 1,2 0,2 0,1 1,-1-2,-2 1,-1 1,2-1,1 1,0-2,-2 2,2 0,-2 0,1-1,-1 0,-2 0,0 0,0 0,0 0,1 0,1 2,2 0,3-1,0-2,2 1,-1 0,-1 2,0 0,-2 0,-1 0,0 0,-2 0,1 0,1 0,2 0,3 0,-3 0,1-1,0-1,0 0,0 0,0 2,0 0,0 0,1-2,-1 0,0 0,1 0,1 2,1-2,-1 0,0 0,0 0,0 2,2 0,1 0,2 0,0 0,0 0,0 0,-2 0,-1 0,-2 0,2 0,0 0,2 0,5 0,0 0,-1 0,-2 0,-4 0,-3 0,-3 0,0 0,-3 0,0 0,-2 0,0 0,0 0,5 0,-6 1,6 1,-7 0,2 0,7-2,-6 0,6 0,-8 2,1 0,0 0,4-1,0-1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0:50.85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45,'58'0,"-1"0,-11 0,-4 0,-7 0,-5 0,-4 0,2 0,0 0,0 0,-3 0,-3 0,-1-1,0-1,1 0,-1 0,0 1,-1 1,-2 0,-1 0,-3-1,4-2,-4 1,6-3,-5 5,2-5,-2 3,0 0,1 1,1-2,1 1,-3 0,3 1,-6 1,9-3,-9 2,4-2,-5 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0:54.83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73,'50'0,"-1"0,-11 0,1-2,-1 0,-2 0,4-2,4 2,3-2,0-1,-9 2,-3-1,-3 2,-4-2,-1 1,-3 1,2 0,1 0,-1 0,0 0,-2 0,-2 2,0-2,1-1,0 1,2 1,1-1,3 0,0 0,-1 0,-4 2,-2 0,-3 0,-2 0,0 0,-2 0,0 0,6 0,-4 0,5 0,-6-1,3-1,3 0,1 0,-1 2,0 0,-2 0,-3 0,0 0,-3 0,4 0,-5 0,8 0,-8 0,4 0,4 0,-4 0,4 0,-6 0,0 0,7 0,-8 0,3 0,-1 0,-2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1:00.3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1 136,'56'0,"-7"0,-25 0,2 0,3 0,3 0,0 0,1 0,0 0,-2 0,-1 0,-4 0,-2 0,1 0,0 0,2 0,0 0,0 0,-1 0,1 0,-1 0,-1 0,1 0,-1 0,-1 0,-2 0,-3 0,0 0,-1 0,1 0,3 0,1 0,4 0,0 0,0 0,2 0,-3 0,1 0,-1-2,-2 0,0 0,0 1,1 0,-1 1,0-2,2 0,0 0,2-1,0 1,0 0,-3 1,-4-2,-3 1,-3 0,0-1,-1 1,4-1,-4-1,2 2,4-3,-4 2,5-2,-4 1,0 0,1 2,1-2,-2 2,0 0,0-1,-2 2,0-1,-1 0,1 0,0 0,0 0,2-2,4 1,4-1,1 0,1 1,-4-1,0 2,-1 1,-3 1,1-2,-1 0,2 0,-1-1,2 1,-1 0,-1 0,1 1,1 0,0-1,5 0,2 0,2 2,1 0,-3 0,-2 0,-3 0,-2 0,-3 0,0 0,1 0,1 0,3 0,-3 0,1 0,-3 0,-2 0,2 0,2 0,4 0,5 0,3 0,0 0,-2 0,0 0,0 0,-1 0,1 0,0 0,0 0,0 0,-2 0,-4 0,-5 0,-3 0,0 0,0 0,1 0,-1 0,-2 0,-1 0,5 0,-6 0,7 0,-8 0,3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1:03.5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97,'64'0,"0"-1,-10-1,-3 0,-3-1,-9 0,-1 0,-5-1,-2 0,-2 0,-6 1,0 1,0-1,-2 1,-1 0,0 0,4 1,3-1,6 0,3-2,2 0,0 0,1 0,-1-1,-2 1,-2 1,-6-1,-3 2,-3-2,-3 2,0 0,1 1,1 1,2 0,2-2,0 0,1 0,0 0,-2 2,-2 0,-2 0,-4 0,-1 0,3 0,-2 0,2 0,-3 0,1 0,1 0,0 0,-2 0,3 0,-4 0,5 0,-4 0,2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1:44.58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0 132,'55'0,"-7"0,-21 0,0 0,1 0,1 0,-4 0,-2 0,-3 0,0 0,0 0,-1 0,0 0,-1 0,-3 0,4 0,-7 0,6 0,1 0,-1 0,8 0,-4 0,4 0,0 0,3 0,4 0,3 0,3 0,1 0,-3 0,-3 0,-3 0,-4 0,1-1,0 0,4-2,1-1,0-1,0 1,-2 0,-4 0,-4-1,-3 1,-2-1,3 2,5-1,4 0,6 0,2-1,3 1,-2-2,-1 1,-4-1,-4 2,-4 1,-3 0,-4 1,-3 0,-2 1,5-2,-2 2,11-3,-1 2,5 0,4-2,1 0,1-1,-1 1,-1 2,-4 1,-3 1,-5 0,-6-2,-3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7T02:31:50.4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0,'56'0,"-5"0,-21 0,2 0,3 0,4 0,13 0,8 0,3 0,-3 0,-12 0,-5 0,-5 0,-4 2,-2 0,-3 0,0 0,1-2,0 0,-3 0,-4 0,-3 0,-2 0,1 0,2 0,1 0,4 0,0 0,0 0,0 0,-2 0,0 0,-1 0,0 0,-2 0,-2 0,-2 0,-1 0,-1 0,4 0,-6 0,9 0,-10 0,6 0,0 0,-4 0,3 0,-2 0,-1 0,4 0,-4 0,2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F7A420C-8157-41E3-9EAA-BBE4EE2CA9F5}"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A420C-8157-41E3-9EAA-BBE4EE2CA9F5}"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7A420C-8157-41E3-9EAA-BBE4EE2CA9F5}"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7A420C-8157-41E3-9EAA-BBE4EE2CA9F5}"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7A420C-8157-41E3-9EAA-BBE4EE2CA9F5}" type="datetimeFigureOut">
              <a:rPr lang="en-US" smtClean="0"/>
              <a:t>10/17/26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7A420C-8157-41E3-9EAA-BBE4EE2CA9F5}" type="datetimeFigureOut">
              <a:rPr lang="en-US" smtClean="0"/>
              <a:t>10/17/26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7A420C-8157-41E3-9EAA-BBE4EE2CA9F5}" type="datetimeFigureOut">
              <a:rPr lang="en-US" smtClean="0"/>
              <a:t>10/17/26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F7A420C-8157-41E3-9EAA-BBE4EE2CA9F5}"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F7A420C-8157-41E3-9EAA-BBE4EE2CA9F5}"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A420C-8157-41E3-9EAA-BBE4EE2CA9F5}"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A420C-8157-41E3-9EAA-BBE4EE2CA9F5}"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A5545-6CCA-4D17-8706-7823A96F3B9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7A420C-8157-41E3-9EAA-BBE4EE2CA9F5}" type="datetimeFigureOut">
              <a:rPr lang="en-US" smtClean="0"/>
              <a:t>10/17/26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4A5545-6CCA-4D17-8706-7823A96F3B9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26" Type="http://schemas.openxmlformats.org/officeDocument/2006/relationships/image" Target="../media/image14.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image" Target="../media/image2.png"/><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customXml" Target="../ink/ink5.xml"/><Relationship Id="rId24" Type="http://schemas.openxmlformats.org/officeDocument/2006/relationships/image" Target="../media/image13.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5.png"/><Relationship Id="rId10" Type="http://schemas.openxmlformats.org/officeDocument/2006/relationships/image" Target="../media/image6.png"/><Relationship Id="rId19" Type="http://schemas.openxmlformats.org/officeDocument/2006/relationships/customXml" Target="../ink/ink9.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 Id="rId22" Type="http://schemas.openxmlformats.org/officeDocument/2006/relationships/image" Target="../media/image12.png"/><Relationship Id="rId27" Type="http://schemas.openxmlformats.org/officeDocument/2006/relationships/customXml" Target="../ink/ink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6.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image" Target="../media/image16.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781" y="224287"/>
            <a:ext cx="11818190" cy="6435306"/>
          </a:xfrm>
          <a:prstGeom prst="rect">
            <a:avLst/>
          </a:prstGeom>
        </p:spPr>
      </p:pic>
      <p:sp>
        <p:nvSpPr>
          <p:cNvPr id="6" name="TextBox 5"/>
          <p:cNvSpPr txBox="1"/>
          <p:nvPr/>
        </p:nvSpPr>
        <p:spPr>
          <a:xfrm>
            <a:off x="10886535" y="552091"/>
            <a:ext cx="764953" cy="369332"/>
          </a:xfrm>
          <a:prstGeom prst="rect">
            <a:avLst/>
          </a:prstGeom>
          <a:noFill/>
        </p:spPr>
        <p:txBody>
          <a:bodyPr wrap="none" rtlCol="0">
            <a:spAutoFit/>
          </a:bodyPr>
          <a:lstStyle/>
          <a:p>
            <a:r>
              <a:rPr lang="en-US" b="1" dirty="0">
                <a:solidFill>
                  <a:schemeClr val="bg1"/>
                </a:solidFill>
              </a:rPr>
              <a:t>Unit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77222"/>
            <a:ext cx="9144000" cy="1372158"/>
          </a:xfrm>
        </p:spPr>
        <p:txBody>
          <a:bodyPr anchor="ctr"/>
          <a:lstStyle/>
          <a:p>
            <a:r>
              <a:rPr lang="en-US" dirty="0"/>
              <a:t>Overview</a:t>
            </a:r>
          </a:p>
        </p:txBody>
      </p:sp>
      <p:sp>
        <p:nvSpPr>
          <p:cNvPr id="3" name="Subtitle 2"/>
          <p:cNvSpPr>
            <a:spLocks noGrp="1"/>
          </p:cNvSpPr>
          <p:nvPr>
            <p:ph type="subTitle" idx="1"/>
          </p:nvPr>
        </p:nvSpPr>
        <p:spPr/>
        <p:txBody>
          <a:bodyPr/>
          <a:lstStyle/>
          <a:p>
            <a:pPr marL="342900" indent="-342900" algn="just">
              <a:buFont typeface="Wingdings" panose="05000000000000000000" pitchFamily="2" charset="2"/>
              <a:buChar char="q"/>
            </a:pPr>
            <a:r>
              <a:rPr lang="en-US" dirty="0"/>
              <a:t>Computer Vision is the process of </a:t>
            </a:r>
            <a:r>
              <a:rPr lang="en-US" u="sng" dirty="0"/>
              <a:t>extracting of information</a:t>
            </a:r>
            <a:r>
              <a:rPr lang="en-US" dirty="0"/>
              <a:t> from </a:t>
            </a:r>
            <a:r>
              <a:rPr lang="en-US" u="sng" dirty="0"/>
              <a:t>images, text, videos</a:t>
            </a:r>
            <a:r>
              <a:rPr lang="en-US" dirty="0"/>
              <a:t>, etc.,</a:t>
            </a:r>
          </a:p>
          <a:p>
            <a:pPr marL="342900" indent="-342900" algn="just">
              <a:buFont typeface="Wingdings" panose="05000000000000000000" pitchFamily="2" charset="2"/>
              <a:buChar char="q"/>
            </a:pPr>
            <a:r>
              <a:rPr lang="en-US" dirty="0"/>
              <a:t>A system that can process, analyze and make sense of visual data in the same way as humans do.</a:t>
            </a:r>
          </a:p>
        </p:txBody>
      </p:sp>
      <p:sp>
        <p:nvSpPr>
          <p:cNvPr id="4" name="Title 1">
            <a:extLst>
              <a:ext uri="{FF2B5EF4-FFF2-40B4-BE49-F238E27FC236}">
                <a16:creationId xmlns:a16="http://schemas.microsoft.com/office/drawing/2014/main" id="{4C445B09-910F-F9EA-2BB4-EE763BE93937}"/>
              </a:ext>
            </a:extLst>
          </p:cNvPr>
          <p:cNvSpPr txBox="1">
            <a:spLocks/>
          </p:cNvSpPr>
          <p:nvPr/>
        </p:nvSpPr>
        <p:spPr>
          <a:xfrm>
            <a:off x="1524000" y="2357751"/>
            <a:ext cx="4776316" cy="898211"/>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t>Why Computer Vision (CV)?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8411"/>
            <a:ext cx="9144000" cy="1176196"/>
          </a:xfrm>
        </p:spPr>
        <p:txBody>
          <a:bodyPr anchor="ctr"/>
          <a:lstStyle/>
          <a:p>
            <a:r>
              <a:rPr lang="en-US" dirty="0"/>
              <a:t>CV &amp; AI</a:t>
            </a:r>
          </a:p>
        </p:txBody>
      </p:sp>
      <p:sp>
        <p:nvSpPr>
          <p:cNvPr id="3" name="Subtitle 2"/>
          <p:cNvSpPr>
            <a:spLocks noGrp="1"/>
          </p:cNvSpPr>
          <p:nvPr>
            <p:ph type="subTitle" idx="1"/>
          </p:nvPr>
        </p:nvSpPr>
        <p:spPr>
          <a:xfrm>
            <a:off x="582804" y="1404620"/>
            <a:ext cx="11404726" cy="1336675"/>
          </a:xfrm>
        </p:spPr>
        <p:txBody>
          <a:bodyPr/>
          <a:lstStyle/>
          <a:p>
            <a:pPr marL="342900" indent="-342900" algn="just">
              <a:buFont typeface="Wingdings" panose="05000000000000000000" pitchFamily="2" charset="2"/>
              <a:buChar char="q"/>
            </a:pPr>
            <a:r>
              <a:rPr lang="en-US" dirty="0"/>
              <a:t>Computer Vision is a subset of AI.</a:t>
            </a:r>
          </a:p>
          <a:p>
            <a:pPr marL="342900" indent="-342900" algn="just">
              <a:buFont typeface="Wingdings" panose="05000000000000000000" pitchFamily="2" charset="2"/>
              <a:buChar char="q"/>
            </a:pPr>
            <a:r>
              <a:rPr lang="en-US" dirty="0"/>
              <a:t>Computer Vision enables AI to see </a:t>
            </a:r>
            <a:r>
              <a:rPr lang="en-US" u="sng" dirty="0"/>
              <a:t>observe</a:t>
            </a:r>
            <a:r>
              <a:rPr lang="en-US" dirty="0"/>
              <a:t> and </a:t>
            </a:r>
            <a:r>
              <a:rPr lang="en-US" u="sng" dirty="0"/>
              <a:t>make sense of visual data</a:t>
            </a:r>
            <a:r>
              <a:rPr lang="en-US" dirty="0"/>
              <a:t> (such as images &amp; videos)</a:t>
            </a:r>
          </a:p>
        </p:txBody>
      </p:sp>
      <p:graphicFrame>
        <p:nvGraphicFramePr>
          <p:cNvPr id="5" name="Table 4"/>
          <p:cNvGraphicFramePr>
            <a:graphicFrameLocks noGrp="1"/>
          </p:cNvGraphicFramePr>
          <p:nvPr/>
        </p:nvGraphicFramePr>
        <p:xfrm>
          <a:off x="4579620" y="2742565"/>
          <a:ext cx="7407910" cy="3931920"/>
        </p:xfrm>
        <a:graphic>
          <a:graphicData uri="http://schemas.openxmlformats.org/drawingml/2006/table">
            <a:tbl>
              <a:tblPr firstRow="1" bandRow="1">
                <a:tableStyleId>{5C22544A-7EE6-4342-B048-85BDC9FD1C3A}</a:tableStyleId>
              </a:tblPr>
              <a:tblGrid>
                <a:gridCol w="3703955">
                  <a:extLst>
                    <a:ext uri="{9D8B030D-6E8A-4147-A177-3AD203B41FA5}">
                      <a16:colId xmlns:a16="http://schemas.microsoft.com/office/drawing/2014/main" val="20000"/>
                    </a:ext>
                  </a:extLst>
                </a:gridCol>
                <a:gridCol w="3703955">
                  <a:extLst>
                    <a:ext uri="{9D8B030D-6E8A-4147-A177-3AD203B41FA5}">
                      <a16:colId xmlns:a16="http://schemas.microsoft.com/office/drawing/2014/main" val="20001"/>
                    </a:ext>
                  </a:extLst>
                </a:gridCol>
              </a:tblGrid>
              <a:tr h="365760">
                <a:tc>
                  <a:txBody>
                    <a:bodyPr/>
                    <a:lstStyle/>
                    <a:p>
                      <a:r>
                        <a:rPr lang="en-US" dirty="0"/>
                        <a:t>COMPUTER VISION – CV</a:t>
                      </a:r>
                    </a:p>
                  </a:txBody>
                  <a:tcPr/>
                </a:tc>
                <a:tc>
                  <a:txBody>
                    <a:bodyPr/>
                    <a:lstStyle/>
                    <a:p>
                      <a:r>
                        <a:rPr lang="en-US" dirty="0"/>
                        <a:t>IMAGE PROCESSING</a:t>
                      </a:r>
                    </a:p>
                  </a:txBody>
                  <a:tcPr/>
                </a:tc>
                <a:extLst>
                  <a:ext uri="{0D108BD9-81ED-4DB2-BD59-A6C34878D82A}">
                    <a16:rowId xmlns:a16="http://schemas.microsoft.com/office/drawing/2014/main" val="10000"/>
                  </a:ext>
                </a:extLst>
              </a:tr>
              <a:tr h="2011680">
                <a:tc>
                  <a:txBody>
                    <a:bodyPr/>
                    <a:lstStyle/>
                    <a:p>
                      <a:pPr marL="285750" indent="-285750" algn="just">
                        <a:buFont typeface="Courier New" panose="02070409020205090404" pitchFamily="49" charset="0"/>
                        <a:buChar char="o"/>
                      </a:pPr>
                      <a:r>
                        <a:rPr lang="en-US" dirty="0"/>
                        <a:t>Computer Vision involves extracting valuable information from images or videos, analyzing them to gain insights, and using that understanding to make predictions about the visual data.</a:t>
                      </a:r>
                    </a:p>
                  </a:txBody>
                  <a:tcPr/>
                </a:tc>
                <a:tc>
                  <a:txBody>
                    <a:bodyPr/>
                    <a:lstStyle/>
                    <a:p>
                      <a:pPr marL="285750" indent="-285750" algn="just">
                        <a:buFont typeface="Wingdings" panose="05000000000000000000" pitchFamily="2" charset="2"/>
                        <a:buChar char="§"/>
                      </a:pPr>
                      <a:r>
                        <a:rPr lang="en-US" dirty="0"/>
                        <a:t>Image processing primarily focuses on manipulating raw images to improve their quality or prepare them for further tasks.</a:t>
                      </a:r>
                    </a:p>
                  </a:txBody>
                  <a:tcPr/>
                </a:tc>
                <a:extLst>
                  <a:ext uri="{0D108BD9-81ED-4DB2-BD59-A6C34878D82A}">
                    <a16:rowId xmlns:a16="http://schemas.microsoft.com/office/drawing/2014/main" val="10001"/>
                  </a:ext>
                </a:extLst>
              </a:tr>
              <a:tr h="640080">
                <a:tc>
                  <a:txBody>
                    <a:bodyPr/>
                    <a:lstStyle/>
                    <a:p>
                      <a:pPr marL="285750" indent="-285750">
                        <a:buFont typeface="Courier New" panose="02070409020205090404" pitchFamily="49" charset="0"/>
                        <a:buChar char="o"/>
                      </a:pPr>
                      <a:r>
                        <a:rPr lang="en-US" dirty="0"/>
                        <a:t>CV is a superset of image processing</a:t>
                      </a:r>
                    </a:p>
                  </a:txBody>
                  <a:tcPr/>
                </a:tc>
                <a:tc>
                  <a:txBody>
                    <a:bodyPr/>
                    <a:lstStyle/>
                    <a:p>
                      <a:pPr marL="285750" indent="-285750">
                        <a:buFont typeface="Wingdings" panose="05000000000000000000" pitchFamily="2" charset="2"/>
                        <a:buChar char="§"/>
                      </a:pPr>
                      <a:r>
                        <a:rPr lang="en-US" dirty="0"/>
                        <a:t>Image process is a</a:t>
                      </a:r>
                      <a:r>
                        <a:rPr lang="en-US" baseline="0" dirty="0"/>
                        <a:t> subset of CV</a:t>
                      </a:r>
                      <a:endParaRPr lang="en-US" dirty="0"/>
                    </a:p>
                  </a:txBody>
                  <a:tcPr/>
                </a:tc>
                <a:extLst>
                  <a:ext uri="{0D108BD9-81ED-4DB2-BD59-A6C34878D82A}">
                    <a16:rowId xmlns:a16="http://schemas.microsoft.com/office/drawing/2014/main" val="10002"/>
                  </a:ext>
                </a:extLst>
              </a:tr>
              <a:tr h="914400">
                <a:tc>
                  <a:txBody>
                    <a:bodyPr/>
                    <a:lstStyle/>
                    <a:p>
                      <a:pPr marL="285750" indent="-285750">
                        <a:buFont typeface="Courier New" panose="02070409020205090404" pitchFamily="49" charset="0"/>
                        <a:buChar char="o"/>
                      </a:pPr>
                      <a:r>
                        <a:rPr lang="en-US" dirty="0"/>
                        <a:t>Examples: Object Detection, Handwriting Recognition etc.,</a:t>
                      </a:r>
                    </a:p>
                  </a:txBody>
                  <a:tcPr/>
                </a:tc>
                <a:tc>
                  <a:txBody>
                    <a:bodyPr/>
                    <a:lstStyle/>
                    <a:p>
                      <a:pPr marL="285750" indent="-285750">
                        <a:buFont typeface="Wingdings" panose="05000000000000000000" pitchFamily="2" charset="2"/>
                        <a:buChar char="§"/>
                      </a:pPr>
                      <a:r>
                        <a:rPr lang="en-US" dirty="0"/>
                        <a:t>Example: Rescaling image, Correcting Brightness, Changing</a:t>
                      </a:r>
                      <a:r>
                        <a:rPr lang="en-US" baseline="0" dirty="0"/>
                        <a:t> tones, etc.,</a:t>
                      </a:r>
                      <a:endParaRPr lang="en-US" dirty="0"/>
                    </a:p>
                  </a:txBody>
                  <a:tcPr/>
                </a:tc>
                <a:extLst>
                  <a:ext uri="{0D108BD9-81ED-4DB2-BD59-A6C34878D82A}">
                    <a16:rowId xmlns:a16="http://schemas.microsoft.com/office/drawing/2014/main" val="10003"/>
                  </a:ext>
                </a:extLst>
              </a:tr>
            </a:tbl>
          </a:graphicData>
        </a:graphic>
      </p:graphicFrame>
      <p:pic>
        <p:nvPicPr>
          <p:cNvPr id="6" name="Picture 5" descr="An artificial intelligence primer – from machine learning to computer vision  - Global Government Forum">
            <a:extLst>
              <a:ext uri="{FF2B5EF4-FFF2-40B4-BE49-F238E27FC236}">
                <a16:creationId xmlns:a16="http://schemas.microsoft.com/office/drawing/2014/main" id="{ABF2A91E-5512-E541-0542-B5BF1D5C1B94}"/>
              </a:ext>
            </a:extLst>
          </p:cNvPr>
          <p:cNvPicPr>
            <a:picLocks noChangeAspect="1"/>
          </p:cNvPicPr>
          <p:nvPr/>
        </p:nvPicPr>
        <p:blipFill>
          <a:blip r:embed="rId2"/>
          <a:srcRect l="2811" t="8075" r="2561" b="8145"/>
          <a:stretch>
            <a:fillRect/>
          </a:stretch>
        </p:blipFill>
        <p:spPr>
          <a:xfrm>
            <a:off x="204470" y="3667648"/>
            <a:ext cx="4176612" cy="208001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DCC78AA-26F8-FFA1-DEB8-5917535AAE2A}"/>
                  </a:ext>
                </a:extLst>
              </p14:cNvPr>
              <p14:cNvContentPartPr/>
              <p14:nvPr/>
            </p14:nvContentPartPr>
            <p14:xfrm>
              <a:off x="5010567" y="3528040"/>
              <a:ext cx="858240" cy="78840"/>
            </p14:xfrm>
          </p:contentPart>
        </mc:Choice>
        <mc:Fallback>
          <p:pic>
            <p:nvPicPr>
              <p:cNvPr id="4" name="Ink 3">
                <a:extLst>
                  <a:ext uri="{FF2B5EF4-FFF2-40B4-BE49-F238E27FC236}">
                    <a16:creationId xmlns:a16="http://schemas.microsoft.com/office/drawing/2014/main" id="{CDCC78AA-26F8-FFA1-DEB8-5917535AAE2A}"/>
                  </a:ext>
                </a:extLst>
              </p:cNvPr>
              <p:cNvPicPr/>
              <p:nvPr/>
            </p:nvPicPr>
            <p:blipFill>
              <a:blip r:embed="rId4"/>
              <a:stretch>
                <a:fillRect/>
              </a:stretch>
            </p:blipFill>
            <p:spPr>
              <a:xfrm>
                <a:off x="4956927" y="3420400"/>
                <a:ext cx="96588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E1AC4074-7A39-7492-AE3A-92384E830FF5}"/>
                  </a:ext>
                </a:extLst>
              </p14:cNvPr>
              <p14:cNvContentPartPr/>
              <p14:nvPr/>
            </p14:nvContentPartPr>
            <p14:xfrm>
              <a:off x="6122247" y="3614440"/>
              <a:ext cx="706320" cy="21240"/>
            </p14:xfrm>
          </p:contentPart>
        </mc:Choice>
        <mc:Fallback>
          <p:pic>
            <p:nvPicPr>
              <p:cNvPr id="7" name="Ink 6">
                <a:extLst>
                  <a:ext uri="{FF2B5EF4-FFF2-40B4-BE49-F238E27FC236}">
                    <a16:creationId xmlns:a16="http://schemas.microsoft.com/office/drawing/2014/main" id="{E1AC4074-7A39-7492-AE3A-92384E830FF5}"/>
                  </a:ext>
                </a:extLst>
              </p:cNvPr>
              <p:cNvPicPr/>
              <p:nvPr/>
            </p:nvPicPr>
            <p:blipFill>
              <a:blip r:embed="rId6"/>
              <a:stretch>
                <a:fillRect/>
              </a:stretch>
            </p:blipFill>
            <p:spPr>
              <a:xfrm>
                <a:off x="6068607" y="3506800"/>
                <a:ext cx="81396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A3A22E69-AE1B-CF08-81CB-6DB3AE61DC0E}"/>
                  </a:ext>
                </a:extLst>
              </p14:cNvPr>
              <p14:cNvContentPartPr/>
              <p14:nvPr/>
            </p14:nvContentPartPr>
            <p14:xfrm>
              <a:off x="7096767" y="3537040"/>
              <a:ext cx="1058400" cy="52200"/>
            </p14:xfrm>
          </p:contentPart>
        </mc:Choice>
        <mc:Fallback>
          <p:pic>
            <p:nvPicPr>
              <p:cNvPr id="8" name="Ink 7">
                <a:extLst>
                  <a:ext uri="{FF2B5EF4-FFF2-40B4-BE49-F238E27FC236}">
                    <a16:creationId xmlns:a16="http://schemas.microsoft.com/office/drawing/2014/main" id="{A3A22E69-AE1B-CF08-81CB-6DB3AE61DC0E}"/>
                  </a:ext>
                </a:extLst>
              </p:cNvPr>
              <p:cNvPicPr/>
              <p:nvPr/>
            </p:nvPicPr>
            <p:blipFill>
              <a:blip r:embed="rId8"/>
              <a:stretch>
                <a:fillRect/>
              </a:stretch>
            </p:blipFill>
            <p:spPr>
              <a:xfrm>
                <a:off x="7042767" y="3429400"/>
                <a:ext cx="116604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C7BF42E9-608C-B23B-2879-022AC5EE5E6F}"/>
                  </a:ext>
                </a:extLst>
              </p14:cNvPr>
              <p14:cNvContentPartPr/>
              <p14:nvPr/>
            </p14:nvContentPartPr>
            <p14:xfrm>
              <a:off x="5543367" y="3865720"/>
              <a:ext cx="577080" cy="13680"/>
            </p14:xfrm>
          </p:contentPart>
        </mc:Choice>
        <mc:Fallback>
          <p:pic>
            <p:nvPicPr>
              <p:cNvPr id="10" name="Ink 9">
                <a:extLst>
                  <a:ext uri="{FF2B5EF4-FFF2-40B4-BE49-F238E27FC236}">
                    <a16:creationId xmlns:a16="http://schemas.microsoft.com/office/drawing/2014/main" id="{C7BF42E9-608C-B23B-2879-022AC5EE5E6F}"/>
                  </a:ext>
                </a:extLst>
              </p:cNvPr>
              <p:cNvPicPr/>
              <p:nvPr/>
            </p:nvPicPr>
            <p:blipFill>
              <a:blip r:embed="rId10"/>
              <a:stretch>
                <a:fillRect/>
              </a:stretch>
            </p:blipFill>
            <p:spPr>
              <a:xfrm>
                <a:off x="5489367" y="3757720"/>
                <a:ext cx="6847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EA605EE0-D805-6E80-1FE8-6446AC2C478A}"/>
                  </a:ext>
                </a:extLst>
              </p14:cNvPr>
              <p14:cNvContentPartPr/>
              <p14:nvPr/>
            </p14:nvContentPartPr>
            <p14:xfrm>
              <a:off x="6633087" y="3867520"/>
              <a:ext cx="487440" cy="360"/>
            </p14:xfrm>
          </p:contentPart>
        </mc:Choice>
        <mc:Fallback>
          <p:pic>
            <p:nvPicPr>
              <p:cNvPr id="11" name="Ink 10">
                <a:extLst>
                  <a:ext uri="{FF2B5EF4-FFF2-40B4-BE49-F238E27FC236}">
                    <a16:creationId xmlns:a16="http://schemas.microsoft.com/office/drawing/2014/main" id="{EA605EE0-D805-6E80-1FE8-6446AC2C478A}"/>
                  </a:ext>
                </a:extLst>
              </p:cNvPr>
              <p:cNvPicPr/>
              <p:nvPr/>
            </p:nvPicPr>
            <p:blipFill>
              <a:blip r:embed="rId12"/>
              <a:stretch>
                <a:fillRect/>
              </a:stretch>
            </p:blipFill>
            <p:spPr>
              <a:xfrm>
                <a:off x="6579447" y="3759880"/>
                <a:ext cx="5950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18B42F20-8FED-3262-B458-E7AA908E6B87}"/>
                  </a:ext>
                </a:extLst>
              </p14:cNvPr>
              <p14:cNvContentPartPr/>
              <p14:nvPr/>
            </p14:nvContentPartPr>
            <p14:xfrm>
              <a:off x="5918487" y="4087480"/>
              <a:ext cx="1099080" cy="68760"/>
            </p14:xfrm>
          </p:contentPart>
        </mc:Choice>
        <mc:Fallback>
          <p:pic>
            <p:nvPicPr>
              <p:cNvPr id="12" name="Ink 11">
                <a:extLst>
                  <a:ext uri="{FF2B5EF4-FFF2-40B4-BE49-F238E27FC236}">
                    <a16:creationId xmlns:a16="http://schemas.microsoft.com/office/drawing/2014/main" id="{18B42F20-8FED-3262-B458-E7AA908E6B87}"/>
                  </a:ext>
                </a:extLst>
              </p:cNvPr>
              <p:cNvPicPr/>
              <p:nvPr/>
            </p:nvPicPr>
            <p:blipFill>
              <a:blip r:embed="rId14"/>
              <a:stretch>
                <a:fillRect/>
              </a:stretch>
            </p:blipFill>
            <p:spPr>
              <a:xfrm>
                <a:off x="5864847" y="3979840"/>
                <a:ext cx="120672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8E7A6B41-E667-A25A-C845-9091EFEC23F8}"/>
                  </a:ext>
                </a:extLst>
              </p14:cNvPr>
              <p14:cNvContentPartPr/>
              <p14:nvPr/>
            </p14:nvContentPartPr>
            <p14:xfrm>
              <a:off x="10123647" y="3544240"/>
              <a:ext cx="1141920" cy="70920"/>
            </p14:xfrm>
          </p:contentPart>
        </mc:Choice>
        <mc:Fallback>
          <p:pic>
            <p:nvPicPr>
              <p:cNvPr id="13" name="Ink 12">
                <a:extLst>
                  <a:ext uri="{FF2B5EF4-FFF2-40B4-BE49-F238E27FC236}">
                    <a16:creationId xmlns:a16="http://schemas.microsoft.com/office/drawing/2014/main" id="{8E7A6B41-E667-A25A-C845-9091EFEC23F8}"/>
                  </a:ext>
                </a:extLst>
              </p:cNvPr>
              <p:cNvPicPr/>
              <p:nvPr/>
            </p:nvPicPr>
            <p:blipFill>
              <a:blip r:embed="rId16"/>
              <a:stretch>
                <a:fillRect/>
              </a:stretch>
            </p:blipFill>
            <p:spPr>
              <a:xfrm>
                <a:off x="10069647" y="3436600"/>
                <a:ext cx="124956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361788DE-24B3-5A93-99B3-56FB5B86A9BE}"/>
                  </a:ext>
                </a:extLst>
              </p14:cNvPr>
              <p14:cNvContentPartPr/>
              <p14:nvPr/>
            </p14:nvContentPartPr>
            <p14:xfrm>
              <a:off x="11565087" y="3565480"/>
              <a:ext cx="313560" cy="16200"/>
            </p14:xfrm>
          </p:contentPart>
        </mc:Choice>
        <mc:Fallback>
          <p:pic>
            <p:nvPicPr>
              <p:cNvPr id="14" name="Ink 13">
                <a:extLst>
                  <a:ext uri="{FF2B5EF4-FFF2-40B4-BE49-F238E27FC236}">
                    <a16:creationId xmlns:a16="http://schemas.microsoft.com/office/drawing/2014/main" id="{361788DE-24B3-5A93-99B3-56FB5B86A9BE}"/>
                  </a:ext>
                </a:extLst>
              </p:cNvPr>
              <p:cNvPicPr/>
              <p:nvPr/>
            </p:nvPicPr>
            <p:blipFill>
              <a:blip r:embed="rId18"/>
              <a:stretch>
                <a:fillRect/>
              </a:stretch>
            </p:blipFill>
            <p:spPr>
              <a:xfrm>
                <a:off x="11511447" y="3457480"/>
                <a:ext cx="42120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C6C78455-EDD7-0830-5F90-DF7B49D6C777}"/>
                  </a:ext>
                </a:extLst>
              </p14:cNvPr>
              <p14:cNvContentPartPr/>
              <p14:nvPr/>
            </p14:nvContentPartPr>
            <p14:xfrm>
              <a:off x="8716047" y="3834040"/>
              <a:ext cx="577440" cy="26280"/>
            </p14:xfrm>
          </p:contentPart>
        </mc:Choice>
        <mc:Fallback>
          <p:pic>
            <p:nvPicPr>
              <p:cNvPr id="15" name="Ink 14">
                <a:extLst>
                  <a:ext uri="{FF2B5EF4-FFF2-40B4-BE49-F238E27FC236}">
                    <a16:creationId xmlns:a16="http://schemas.microsoft.com/office/drawing/2014/main" id="{C6C78455-EDD7-0830-5F90-DF7B49D6C777}"/>
                  </a:ext>
                </a:extLst>
              </p:cNvPr>
              <p:cNvPicPr/>
              <p:nvPr/>
            </p:nvPicPr>
            <p:blipFill>
              <a:blip r:embed="rId20"/>
              <a:stretch>
                <a:fillRect/>
              </a:stretch>
            </p:blipFill>
            <p:spPr>
              <a:xfrm>
                <a:off x="8662047" y="3726400"/>
                <a:ext cx="6850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CF103F25-7406-29E0-6B3F-E8D6CE2DA9D4}"/>
                  </a:ext>
                </a:extLst>
              </p14:cNvPr>
              <p14:cNvContentPartPr/>
              <p14:nvPr/>
            </p14:nvContentPartPr>
            <p14:xfrm>
              <a:off x="9682647" y="3818200"/>
              <a:ext cx="1174680" cy="49320"/>
            </p14:xfrm>
          </p:contentPart>
        </mc:Choice>
        <mc:Fallback>
          <p:pic>
            <p:nvPicPr>
              <p:cNvPr id="16" name="Ink 15">
                <a:extLst>
                  <a:ext uri="{FF2B5EF4-FFF2-40B4-BE49-F238E27FC236}">
                    <a16:creationId xmlns:a16="http://schemas.microsoft.com/office/drawing/2014/main" id="{CF103F25-7406-29E0-6B3F-E8D6CE2DA9D4}"/>
                  </a:ext>
                </a:extLst>
              </p:cNvPr>
              <p:cNvPicPr/>
              <p:nvPr/>
            </p:nvPicPr>
            <p:blipFill>
              <a:blip r:embed="rId22"/>
              <a:stretch>
                <a:fillRect/>
              </a:stretch>
            </p:blipFill>
            <p:spPr>
              <a:xfrm>
                <a:off x="9629007" y="3710200"/>
                <a:ext cx="12823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897343A4-3CF7-BCEF-507F-9A0E5A66E68B}"/>
                  </a:ext>
                </a:extLst>
              </p14:cNvPr>
              <p14:cNvContentPartPr/>
              <p14:nvPr/>
            </p14:nvContentPartPr>
            <p14:xfrm>
              <a:off x="11021847" y="3820360"/>
              <a:ext cx="545400" cy="34920"/>
            </p14:xfrm>
          </p:contentPart>
        </mc:Choice>
        <mc:Fallback>
          <p:pic>
            <p:nvPicPr>
              <p:cNvPr id="17" name="Ink 16">
                <a:extLst>
                  <a:ext uri="{FF2B5EF4-FFF2-40B4-BE49-F238E27FC236}">
                    <a16:creationId xmlns:a16="http://schemas.microsoft.com/office/drawing/2014/main" id="{897343A4-3CF7-BCEF-507F-9A0E5A66E68B}"/>
                  </a:ext>
                </a:extLst>
              </p:cNvPr>
              <p:cNvPicPr/>
              <p:nvPr/>
            </p:nvPicPr>
            <p:blipFill>
              <a:blip r:embed="rId24"/>
              <a:stretch>
                <a:fillRect/>
              </a:stretch>
            </p:blipFill>
            <p:spPr>
              <a:xfrm>
                <a:off x="10967847" y="3712720"/>
                <a:ext cx="65304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603FFEFB-79E2-44E6-02DD-2AFC4DE73A8A}"/>
                  </a:ext>
                </a:extLst>
              </p14:cNvPr>
              <p14:cNvContentPartPr/>
              <p14:nvPr/>
            </p14:nvContentPartPr>
            <p14:xfrm>
              <a:off x="5661447" y="5258560"/>
              <a:ext cx="737280" cy="47520"/>
            </p14:xfrm>
          </p:contentPart>
        </mc:Choice>
        <mc:Fallback>
          <p:pic>
            <p:nvPicPr>
              <p:cNvPr id="18" name="Ink 17">
                <a:extLst>
                  <a:ext uri="{FF2B5EF4-FFF2-40B4-BE49-F238E27FC236}">
                    <a16:creationId xmlns:a16="http://schemas.microsoft.com/office/drawing/2014/main" id="{603FFEFB-79E2-44E6-02DD-2AFC4DE73A8A}"/>
                  </a:ext>
                </a:extLst>
              </p:cNvPr>
              <p:cNvPicPr/>
              <p:nvPr/>
            </p:nvPicPr>
            <p:blipFill>
              <a:blip r:embed="rId26"/>
              <a:stretch>
                <a:fillRect/>
              </a:stretch>
            </p:blipFill>
            <p:spPr>
              <a:xfrm>
                <a:off x="5607447" y="5150560"/>
                <a:ext cx="84492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FA6647BD-C342-86D3-77F4-0D9B892BFACE}"/>
                  </a:ext>
                </a:extLst>
              </p14:cNvPr>
              <p14:cNvContentPartPr/>
              <p14:nvPr/>
            </p14:nvContentPartPr>
            <p14:xfrm>
              <a:off x="10453407" y="5340640"/>
              <a:ext cx="517680" cy="3240"/>
            </p14:xfrm>
          </p:contentPart>
        </mc:Choice>
        <mc:Fallback>
          <p:pic>
            <p:nvPicPr>
              <p:cNvPr id="19" name="Ink 18">
                <a:extLst>
                  <a:ext uri="{FF2B5EF4-FFF2-40B4-BE49-F238E27FC236}">
                    <a16:creationId xmlns:a16="http://schemas.microsoft.com/office/drawing/2014/main" id="{FA6647BD-C342-86D3-77F4-0D9B892BFACE}"/>
                  </a:ext>
                </a:extLst>
              </p:cNvPr>
              <p:cNvPicPr/>
              <p:nvPr/>
            </p:nvPicPr>
            <p:blipFill>
              <a:blip r:embed="rId28"/>
              <a:stretch>
                <a:fillRect/>
              </a:stretch>
            </p:blipFill>
            <p:spPr>
              <a:xfrm>
                <a:off x="10399407" y="5232640"/>
                <a:ext cx="625320" cy="21888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45911"/>
            <a:ext cx="9144000" cy="1176196"/>
          </a:xfrm>
        </p:spPr>
        <p:txBody>
          <a:bodyPr anchor="ctr"/>
          <a:lstStyle/>
          <a:p>
            <a:r>
              <a:rPr lang="en-US" dirty="0"/>
              <a:t>Applications of CV</a:t>
            </a:r>
          </a:p>
        </p:txBody>
      </p:sp>
      <p:graphicFrame>
        <p:nvGraphicFramePr>
          <p:cNvPr id="7" name="Diagram 6"/>
          <p:cNvGraphicFramePr/>
          <p:nvPr/>
        </p:nvGraphicFramePr>
        <p:xfrm>
          <a:off x="2328838" y="1872232"/>
          <a:ext cx="7534323" cy="4439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Important - Free miscellaneous icons">
            <a:extLst>
              <a:ext uri="{FF2B5EF4-FFF2-40B4-BE49-F238E27FC236}">
                <a16:creationId xmlns:a16="http://schemas.microsoft.com/office/drawing/2014/main" id="{74B3A249-074D-E97D-8E94-80ABBFDCAB3D}"/>
              </a:ext>
            </a:extLst>
          </p:cNvPr>
          <p:cNvPicPr>
            <a:picLocks noChangeAspect="1"/>
          </p:cNvPicPr>
          <p:nvPr/>
        </p:nvPicPr>
        <p:blipFill>
          <a:blip r:embed="rId7"/>
          <a:stretch>
            <a:fillRect/>
          </a:stretch>
        </p:blipFill>
        <p:spPr>
          <a:xfrm>
            <a:off x="1251990" y="595585"/>
            <a:ext cx="1076848" cy="10768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56046"/>
            <a:ext cx="9144000" cy="1176196"/>
          </a:xfrm>
        </p:spPr>
        <p:txBody>
          <a:bodyPr anchor="ctr"/>
          <a:lstStyle/>
          <a:p>
            <a:r>
              <a:rPr lang="en-US" dirty="0"/>
              <a:t>CV tasks</a:t>
            </a:r>
          </a:p>
        </p:txBody>
      </p:sp>
      <p:sp>
        <p:nvSpPr>
          <p:cNvPr id="3" name="Rectangle 2"/>
          <p:cNvSpPr/>
          <p:nvPr/>
        </p:nvSpPr>
        <p:spPr>
          <a:xfrm>
            <a:off x="689610" y="1422400"/>
            <a:ext cx="10751820" cy="1198880"/>
          </a:xfrm>
          <a:prstGeom prst="rect">
            <a:avLst/>
          </a:prstGeom>
        </p:spPr>
        <p:txBody>
          <a:bodyPr wrap="square">
            <a:spAutoFit/>
          </a:bodyPr>
          <a:lstStyle/>
          <a:p>
            <a:pPr algn="just"/>
            <a:r>
              <a:rPr lang="en-US" sz="2400" dirty="0"/>
              <a:t>Computer Vision rely on a set of tasks performed to </a:t>
            </a:r>
            <a:r>
              <a:rPr lang="en-US" sz="2400" u="sng" dirty="0"/>
              <a:t>extract specific information from the input image</a:t>
            </a:r>
            <a:r>
              <a:rPr lang="en-US" sz="2400" dirty="0"/>
              <a:t>, which can either be used directly for prediction or serve as a foundation for further analysis.</a:t>
            </a:r>
          </a:p>
        </p:txBody>
      </p:sp>
      <p:graphicFrame>
        <p:nvGraphicFramePr>
          <p:cNvPr id="5" name="Diagram 4"/>
          <p:cNvGraphicFramePr/>
          <p:nvPr/>
        </p:nvGraphicFramePr>
        <p:xfrm>
          <a:off x="1524000" y="2753181"/>
          <a:ext cx="4792666" cy="3797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nvGraphicFramePr>
        <p:xfrm>
          <a:off x="5875334" y="2753182"/>
          <a:ext cx="4792666" cy="379774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descr="Important - Free miscellaneous icons">
            <a:extLst>
              <a:ext uri="{FF2B5EF4-FFF2-40B4-BE49-F238E27FC236}">
                <a16:creationId xmlns:a16="http://schemas.microsoft.com/office/drawing/2014/main" id="{E9EE1FD5-9D72-A8A2-8814-5B2C1117D0C1}"/>
              </a:ext>
            </a:extLst>
          </p:cNvPr>
          <p:cNvPicPr>
            <a:picLocks noChangeAspect="1"/>
          </p:cNvPicPr>
          <p:nvPr/>
        </p:nvPicPr>
        <p:blipFill>
          <a:blip r:embed="rId12"/>
          <a:stretch>
            <a:fillRect/>
          </a:stretch>
        </p:blipFill>
        <p:spPr>
          <a:xfrm>
            <a:off x="985576" y="345551"/>
            <a:ext cx="1076848" cy="10768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82675" y="542925"/>
            <a:ext cx="6259830" cy="1198880"/>
          </a:xfrm>
          <a:prstGeom prst="rect">
            <a:avLst/>
          </a:prstGeom>
        </p:spPr>
        <p:txBody>
          <a:bodyPr wrap="square">
            <a:spAutoFit/>
          </a:bodyPr>
          <a:lstStyle/>
          <a:p>
            <a:r>
              <a:rPr lang="en-US" b="1" dirty="0"/>
              <a:t>1. Classification</a:t>
            </a:r>
            <a:r>
              <a:rPr lang="en-US" dirty="0"/>
              <a:t> </a:t>
            </a:r>
          </a:p>
          <a:p>
            <a:pPr algn="just"/>
            <a:r>
              <a:rPr lang="en-US" dirty="0"/>
              <a:t>Classification in CV refers to the tasks of </a:t>
            </a:r>
            <a:r>
              <a:rPr lang="en-US" u="sng" dirty="0"/>
              <a:t>identifying and categorizing objects, scenes, or patterns within an image</a:t>
            </a:r>
            <a:r>
              <a:rPr lang="en-US" dirty="0"/>
              <a:t> into predefined categories or labels. </a:t>
            </a:r>
          </a:p>
        </p:txBody>
      </p:sp>
      <p:sp>
        <p:nvSpPr>
          <p:cNvPr id="7" name="Rectangle 6"/>
          <p:cNvSpPr/>
          <p:nvPr/>
        </p:nvSpPr>
        <p:spPr>
          <a:xfrm>
            <a:off x="1082675" y="1962150"/>
            <a:ext cx="6259830" cy="1121410"/>
          </a:xfrm>
          <a:prstGeom prst="rect">
            <a:avLst/>
          </a:prstGeom>
        </p:spPr>
        <p:txBody>
          <a:bodyPr wrap="square">
            <a:noAutofit/>
          </a:bodyPr>
          <a:lstStyle/>
          <a:p>
            <a:r>
              <a:rPr lang="en-US" b="1" dirty="0"/>
              <a:t>2. Classification+ Localization </a:t>
            </a:r>
          </a:p>
          <a:p>
            <a:pPr algn="just"/>
            <a:r>
              <a:rPr lang="en-US" dirty="0"/>
              <a:t>is a computer vision task where the </a:t>
            </a:r>
            <a:r>
              <a:rPr lang="en-US" u="sng" dirty="0"/>
              <a:t>model not only classifies what object is present in an image but also localizes it by drawing a bounding box around it</a:t>
            </a:r>
            <a:r>
              <a:rPr lang="en-US" dirty="0"/>
              <a:t>. </a:t>
            </a:r>
          </a:p>
        </p:txBody>
      </p:sp>
      <p:sp>
        <p:nvSpPr>
          <p:cNvPr id="9" name="Rectangle 8"/>
          <p:cNvSpPr/>
          <p:nvPr/>
        </p:nvSpPr>
        <p:spPr>
          <a:xfrm>
            <a:off x="1082722" y="3304199"/>
            <a:ext cx="6259774" cy="1198880"/>
          </a:xfrm>
          <a:prstGeom prst="rect">
            <a:avLst/>
          </a:prstGeom>
        </p:spPr>
        <p:txBody>
          <a:bodyPr wrap="square">
            <a:spAutoFit/>
          </a:bodyPr>
          <a:lstStyle/>
          <a:p>
            <a:r>
              <a:rPr lang="en-US" b="1" dirty="0"/>
              <a:t>3. Object Detection </a:t>
            </a:r>
          </a:p>
          <a:p>
            <a:pPr algn="just"/>
            <a:r>
              <a:rPr lang="en-US" dirty="0"/>
              <a:t>Is computer vision task that idenfies what </a:t>
            </a:r>
            <a:r>
              <a:rPr lang="en-US" u="sng" dirty="0"/>
              <a:t>objects are present in an images and where they are located</a:t>
            </a:r>
            <a:r>
              <a:rPr lang="en-US" dirty="0"/>
              <a:t> - even when there are multiple objects. </a:t>
            </a:r>
          </a:p>
        </p:txBody>
      </p:sp>
      <p:sp>
        <p:nvSpPr>
          <p:cNvPr id="10" name="Rectangle 9"/>
          <p:cNvSpPr/>
          <p:nvPr/>
        </p:nvSpPr>
        <p:spPr>
          <a:xfrm>
            <a:off x="1082675" y="4723130"/>
            <a:ext cx="6259830" cy="1476375"/>
          </a:xfrm>
          <a:prstGeom prst="rect">
            <a:avLst/>
          </a:prstGeom>
        </p:spPr>
        <p:txBody>
          <a:bodyPr wrap="square">
            <a:spAutoFit/>
          </a:bodyPr>
          <a:lstStyle/>
          <a:p>
            <a:r>
              <a:rPr lang="en-US" b="1" dirty="0"/>
              <a:t>4. Instance Segmentation </a:t>
            </a:r>
          </a:p>
          <a:p>
            <a:pPr algn="just"/>
            <a:r>
              <a:rPr lang="en-US" dirty="0"/>
              <a:t>Instance segmentation involves detecting objects in an image, assigning them categories, and labeling each pixel that belongs to those objects. </a:t>
            </a:r>
            <a:r>
              <a:rPr lang="en-US" u="sng" dirty="0"/>
              <a:t>The output is a set of segments, each representing a specific object</a:t>
            </a:r>
            <a:r>
              <a:rPr lang="en-US" dirty="0"/>
              <a:t>.</a:t>
            </a:r>
          </a:p>
        </p:txBody>
      </p:sp>
      <p:pic>
        <p:nvPicPr>
          <p:cNvPr id="8" name="Picture 7"/>
          <p:cNvPicPr>
            <a:picLocks noChangeAspect="1"/>
          </p:cNvPicPr>
          <p:nvPr/>
        </p:nvPicPr>
        <p:blipFill>
          <a:blip r:embed="rId2"/>
          <a:stretch>
            <a:fillRect/>
          </a:stretch>
        </p:blipFill>
        <p:spPr>
          <a:xfrm>
            <a:off x="7888406" y="543022"/>
            <a:ext cx="3671247" cy="2624017"/>
          </a:xfrm>
          <a:prstGeom prst="rect">
            <a:avLst/>
          </a:prstGeom>
        </p:spPr>
      </p:pic>
      <p:pic>
        <p:nvPicPr>
          <p:cNvPr id="11" name="Picture 10"/>
          <p:cNvPicPr>
            <a:picLocks noChangeAspect="1"/>
          </p:cNvPicPr>
          <p:nvPr/>
        </p:nvPicPr>
        <p:blipFill>
          <a:blip r:embed="rId3"/>
          <a:stretch>
            <a:fillRect/>
          </a:stretch>
        </p:blipFill>
        <p:spPr>
          <a:xfrm>
            <a:off x="7888406" y="3609356"/>
            <a:ext cx="3671247" cy="2624017"/>
          </a:xfrm>
          <a:prstGeom prst="rect">
            <a:avLst/>
          </a:prstGeom>
        </p:spPr>
      </p:pic>
      <p:pic>
        <p:nvPicPr>
          <p:cNvPr id="2" name="Picture 1" descr="Very Important&quot; Images – Browse 372 Stock Photos, Vectors, and Video |  Adobe Stock">
            <a:extLst>
              <a:ext uri="{FF2B5EF4-FFF2-40B4-BE49-F238E27FC236}">
                <a16:creationId xmlns:a16="http://schemas.microsoft.com/office/drawing/2014/main" id="{310C9829-8D74-18AF-387E-DA910BD1C97D}"/>
              </a:ext>
            </a:extLst>
          </p:cNvPr>
          <p:cNvPicPr>
            <a:picLocks noChangeAspect="1"/>
          </p:cNvPicPr>
          <p:nvPr/>
        </p:nvPicPr>
        <p:blipFill>
          <a:blip r:embed="rId4"/>
          <a:srcRect t="18709" b="27931"/>
          <a:stretch>
            <a:fillRect/>
          </a:stretch>
        </p:blipFill>
        <p:spPr>
          <a:xfrm rot="19702497">
            <a:off x="90436" y="358776"/>
            <a:ext cx="1235948" cy="3682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8232" y="692517"/>
            <a:ext cx="2614177" cy="523220"/>
          </a:xfrm>
          <a:prstGeom prst="rect">
            <a:avLst/>
          </a:prstGeom>
        </p:spPr>
        <p:txBody>
          <a:bodyPr wrap="none">
            <a:spAutoFit/>
          </a:bodyPr>
          <a:lstStyle/>
          <a:p>
            <a:r>
              <a:rPr lang="en-US" sz="2800" b="1" dirty="0">
                <a:latin typeface="Calibri" charset="0"/>
              </a:rPr>
              <a:t>Basics of Images</a:t>
            </a:r>
          </a:p>
        </p:txBody>
      </p:sp>
      <p:sp>
        <p:nvSpPr>
          <p:cNvPr id="2" name="Rectangle 1"/>
          <p:cNvSpPr/>
          <p:nvPr/>
        </p:nvSpPr>
        <p:spPr>
          <a:xfrm>
            <a:off x="458232" y="1215737"/>
            <a:ext cx="11204681" cy="967957"/>
          </a:xfrm>
          <a:prstGeom prst="rect">
            <a:avLst/>
          </a:prstGeom>
        </p:spPr>
        <p:txBody>
          <a:bodyPr wrap="square">
            <a:spAutoFit/>
          </a:bodyPr>
          <a:lstStyle/>
          <a:p>
            <a:pPr algn="just">
              <a:lnSpc>
                <a:spcPct val="150000"/>
              </a:lnSpc>
            </a:pPr>
            <a:r>
              <a:rPr lang="en-US" sz="2000" dirty="0">
                <a:solidFill>
                  <a:srgbClr val="212121"/>
                </a:solidFill>
              </a:rPr>
              <a:t>We all see a lot of images around us and use them daily either through our mobile phones or computer system. But do we ask some basic questions to ourselves while we use them on such a regular basis. </a:t>
            </a:r>
            <a:endParaRPr lang="en-US" sz="2000" dirty="0">
              <a:effectLst/>
            </a:endParaRPr>
          </a:p>
        </p:txBody>
      </p:sp>
      <p:pic>
        <p:nvPicPr>
          <p:cNvPr id="6" name="Picture 5"/>
          <p:cNvPicPr>
            <a:picLocks noChangeAspect="1"/>
          </p:cNvPicPr>
          <p:nvPr/>
        </p:nvPicPr>
        <p:blipFill>
          <a:blip r:embed="rId2"/>
          <a:stretch>
            <a:fillRect/>
          </a:stretch>
        </p:blipFill>
        <p:spPr>
          <a:xfrm>
            <a:off x="2733016" y="2407981"/>
            <a:ext cx="6655112" cy="4282420"/>
          </a:xfrm>
          <a:prstGeom prst="rect">
            <a:avLst/>
          </a:prstGeom>
        </p:spPr>
      </p:pic>
      <p:sp>
        <p:nvSpPr>
          <p:cNvPr id="7" name="TextBox 6"/>
          <p:cNvSpPr txBox="1"/>
          <p:nvPr/>
        </p:nvSpPr>
        <p:spPr>
          <a:xfrm>
            <a:off x="7228936" y="5674738"/>
            <a:ext cx="4433977" cy="1015663"/>
          </a:xfrm>
          <a:prstGeom prst="rect">
            <a:avLst/>
          </a:prstGeom>
          <a:noFill/>
        </p:spPr>
        <p:txBody>
          <a:bodyPr wrap="square" rtlCol="0">
            <a:spAutoFit/>
          </a:bodyPr>
          <a:lstStyle/>
          <a:p>
            <a:pPr algn="just"/>
            <a:r>
              <a:rPr lang="en-US" sz="2000" dirty="0"/>
              <a:t>Don’t know the answer yet? Don’t worry, in this section we will study about the basics of an image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8470" y="401955"/>
            <a:ext cx="2868930" cy="521970"/>
          </a:xfrm>
          <a:prstGeom prst="rect">
            <a:avLst/>
          </a:prstGeom>
        </p:spPr>
        <p:txBody>
          <a:bodyPr wrap="square">
            <a:spAutoFit/>
          </a:bodyPr>
          <a:lstStyle/>
          <a:p>
            <a:r>
              <a:rPr lang="en-US" sz="2800" b="1" dirty="0">
                <a:latin typeface="Calibri" charset="0"/>
              </a:rPr>
              <a:t>Basics of Pixels</a:t>
            </a:r>
          </a:p>
        </p:txBody>
      </p:sp>
      <p:sp>
        <p:nvSpPr>
          <p:cNvPr id="2" name="Rectangle 1"/>
          <p:cNvSpPr/>
          <p:nvPr/>
        </p:nvSpPr>
        <p:spPr>
          <a:xfrm>
            <a:off x="458231" y="1141266"/>
            <a:ext cx="7288290" cy="1631216"/>
          </a:xfrm>
          <a:prstGeom prst="rect">
            <a:avLst/>
          </a:prstGeom>
        </p:spPr>
        <p:txBody>
          <a:bodyPr wrap="square">
            <a:spAutoFit/>
          </a:bodyPr>
          <a:lstStyle/>
          <a:p>
            <a:pPr algn="just"/>
            <a:r>
              <a:rPr lang="en-US" sz="2000" u="sng" dirty="0">
                <a:solidFill>
                  <a:srgbClr val="212121"/>
                </a:solidFill>
              </a:rPr>
              <a:t>Definition:</a:t>
            </a:r>
            <a:r>
              <a:rPr lang="en-US" sz="2000" dirty="0">
                <a:solidFill>
                  <a:srgbClr val="212121"/>
                </a:solidFill>
              </a:rPr>
              <a:t> The word “pixel’ means picture element.</a:t>
            </a:r>
          </a:p>
          <a:p>
            <a:pPr algn="just"/>
            <a:r>
              <a:rPr lang="en-US" sz="2000" u="sng" dirty="0">
                <a:solidFill>
                  <a:srgbClr val="212121"/>
                </a:solidFill>
              </a:rPr>
              <a:t>Function:</a:t>
            </a:r>
            <a:r>
              <a:rPr lang="en-US" sz="2000" dirty="0">
                <a:solidFill>
                  <a:srgbClr val="212121"/>
                </a:solidFill>
              </a:rPr>
              <a:t> It is the smallest unit of information that forms a digital photograph.</a:t>
            </a:r>
          </a:p>
          <a:p>
            <a:pPr algn="just"/>
            <a:r>
              <a:rPr lang="en-US" sz="2000" u="sng" dirty="0">
                <a:solidFill>
                  <a:srgbClr val="212121"/>
                </a:solidFill>
              </a:rPr>
              <a:t>Shape &amp; Arrangement</a:t>
            </a:r>
            <a:r>
              <a:rPr lang="en-US" sz="2000" dirty="0">
                <a:solidFill>
                  <a:srgbClr val="212121"/>
                </a:solidFill>
              </a:rPr>
              <a:t>: Pixels are usually round or square and are organized in a 2D grid. </a:t>
            </a:r>
            <a:endParaRPr lang="en-US" sz="2000" dirty="0"/>
          </a:p>
        </p:txBody>
      </p:sp>
      <p:sp>
        <p:nvSpPr>
          <p:cNvPr id="4" name="Rectangle 3"/>
          <p:cNvSpPr/>
          <p:nvPr/>
        </p:nvSpPr>
        <p:spPr>
          <a:xfrm>
            <a:off x="458470" y="3248660"/>
            <a:ext cx="2043430" cy="521970"/>
          </a:xfrm>
          <a:prstGeom prst="rect">
            <a:avLst/>
          </a:prstGeom>
        </p:spPr>
        <p:txBody>
          <a:bodyPr wrap="square">
            <a:spAutoFit/>
          </a:bodyPr>
          <a:lstStyle/>
          <a:p>
            <a:r>
              <a:rPr lang="en-US" sz="2800" b="1" dirty="0">
                <a:latin typeface="Calibri" charset="0"/>
              </a:rPr>
              <a:t>Resolution</a:t>
            </a:r>
          </a:p>
        </p:txBody>
      </p:sp>
      <p:sp>
        <p:nvSpPr>
          <p:cNvPr id="5" name="Rectangle 4"/>
          <p:cNvSpPr/>
          <p:nvPr/>
        </p:nvSpPr>
        <p:spPr>
          <a:xfrm>
            <a:off x="458470" y="3988435"/>
            <a:ext cx="11204575" cy="1938655"/>
          </a:xfrm>
          <a:prstGeom prst="rect">
            <a:avLst/>
          </a:prstGeom>
        </p:spPr>
        <p:txBody>
          <a:bodyPr wrap="square">
            <a:noAutofit/>
          </a:bodyPr>
          <a:lstStyle/>
          <a:p>
            <a:pPr algn="just">
              <a:lnSpc>
                <a:spcPct val="150000"/>
              </a:lnSpc>
            </a:pPr>
            <a:r>
              <a:rPr lang="en-US" sz="2000" u="sng" dirty="0">
                <a:solidFill>
                  <a:srgbClr val="212121"/>
                </a:solidFill>
              </a:rPr>
              <a:t>Resolution refers to the number of pixels in an image</a:t>
            </a:r>
            <a:r>
              <a:rPr lang="en-US" sz="2000" dirty="0">
                <a:solidFill>
                  <a:srgbClr val="212121"/>
                </a:solidFill>
              </a:rPr>
              <a:t>. It can be </a:t>
            </a:r>
            <a:r>
              <a:rPr lang="en-US" sz="2000" u="sng" dirty="0">
                <a:solidFill>
                  <a:srgbClr val="212121"/>
                </a:solidFill>
              </a:rPr>
              <a:t>expressed as width by height</a:t>
            </a:r>
            <a:r>
              <a:rPr lang="en-US" sz="2000" dirty="0">
                <a:solidFill>
                  <a:srgbClr val="212121"/>
                </a:solidFill>
              </a:rPr>
              <a:t> (e.g., 1280×1024), or as a single number (e.g., 5 megapixels, where one megapixel equals one million pixels). For example, a 1280×1024 monitor has about 1.31 megapixels (1280 x 1024 = 1,310,720 pixels).</a:t>
            </a:r>
            <a:endParaRPr lang="en-US" sz="2000" dirty="0">
              <a:effectLst/>
            </a:endParaRPr>
          </a:p>
        </p:txBody>
      </p:sp>
      <p:pic>
        <p:nvPicPr>
          <p:cNvPr id="7" name="Picture 6"/>
          <p:cNvPicPr>
            <a:picLocks noChangeAspect="1"/>
          </p:cNvPicPr>
          <p:nvPr/>
        </p:nvPicPr>
        <p:blipFill>
          <a:blip r:embed="rId2"/>
          <a:stretch>
            <a:fillRect/>
          </a:stretch>
        </p:blipFill>
        <p:spPr>
          <a:xfrm>
            <a:off x="7953555" y="638355"/>
            <a:ext cx="3916391" cy="2610466"/>
          </a:xfrm>
          <a:prstGeom prst="rect">
            <a:avLst/>
          </a:prstGeom>
        </p:spPr>
      </p:pic>
      <p:pic>
        <p:nvPicPr>
          <p:cNvPr id="6" name="Picture 5" descr="Important - Free miscellaneous icons">
            <a:extLst>
              <a:ext uri="{FF2B5EF4-FFF2-40B4-BE49-F238E27FC236}">
                <a16:creationId xmlns:a16="http://schemas.microsoft.com/office/drawing/2014/main" id="{9F0D2F7E-D5BF-CD41-D8DC-86A452931436}"/>
              </a:ext>
            </a:extLst>
          </p:cNvPr>
          <p:cNvPicPr>
            <a:picLocks noChangeAspect="1"/>
          </p:cNvPicPr>
          <p:nvPr/>
        </p:nvPicPr>
        <p:blipFill>
          <a:blip r:embed="rId3"/>
          <a:stretch>
            <a:fillRect/>
          </a:stretch>
        </p:blipFill>
        <p:spPr>
          <a:xfrm>
            <a:off x="4689303" y="2772482"/>
            <a:ext cx="1076848" cy="10768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8470" y="401955"/>
            <a:ext cx="3757930" cy="521970"/>
          </a:xfrm>
          <a:prstGeom prst="rect">
            <a:avLst/>
          </a:prstGeom>
        </p:spPr>
        <p:txBody>
          <a:bodyPr wrap="square">
            <a:spAutoFit/>
          </a:bodyPr>
          <a:lstStyle/>
          <a:p>
            <a:r>
              <a:rPr lang="en-US" sz="2800" b="1" dirty="0">
                <a:latin typeface="Calibri" charset="0"/>
              </a:rPr>
              <a:t>Grey Scale Images</a:t>
            </a:r>
          </a:p>
        </p:txBody>
      </p:sp>
      <p:sp>
        <p:nvSpPr>
          <p:cNvPr id="2" name="Rectangle 1"/>
          <p:cNvSpPr/>
          <p:nvPr/>
        </p:nvSpPr>
        <p:spPr>
          <a:xfrm>
            <a:off x="458231" y="1141266"/>
            <a:ext cx="7288290" cy="2554545"/>
          </a:xfrm>
          <a:prstGeom prst="rect">
            <a:avLst/>
          </a:prstGeom>
        </p:spPr>
        <p:txBody>
          <a:bodyPr wrap="square">
            <a:spAutoFit/>
          </a:bodyPr>
          <a:lstStyle/>
          <a:p>
            <a:pPr marL="342900" indent="-342900" algn="just">
              <a:buFont typeface="Courier New" panose="02070309020205020404" pitchFamily="49" charset="0"/>
              <a:buChar char="o"/>
            </a:pPr>
            <a:r>
              <a:rPr lang="en-US" sz="2000" b="1" u="sng" dirty="0">
                <a:sym typeface="+mn-ea"/>
              </a:rPr>
              <a:t>Pixel Values</a:t>
            </a:r>
            <a:r>
              <a:rPr lang="en-US" sz="2000" dirty="0">
                <a:sym typeface="+mn-ea"/>
              </a:rPr>
              <a:t>: Every pixel has a specific numerical value that dictates its brightness and color.</a:t>
            </a:r>
          </a:p>
          <a:p>
            <a:pPr marL="342900" indent="-342900" algn="just">
              <a:buFont typeface="Courier New" panose="02070309020205020404" pitchFamily="49" charset="0"/>
              <a:buChar char="o"/>
            </a:pPr>
            <a:r>
              <a:rPr lang="en-US" sz="2000" b="1" u="sng" dirty="0">
                <a:effectLst/>
                <a:sym typeface="+mn-ea"/>
              </a:rPr>
              <a:t>The 8-Bit format</a:t>
            </a:r>
            <a:r>
              <a:rPr lang="en-US" sz="2000" dirty="0">
                <a:effectLst/>
                <a:sym typeface="+mn-ea"/>
              </a:rPr>
              <a:t>: In a standard 8-bit </a:t>
            </a:r>
            <a:r>
              <a:rPr lang="en-US" sz="2000" dirty="0">
                <a:sym typeface="+mn-ea"/>
              </a:rPr>
              <a:t>image, values range from 0 (pure black) to 255 (pure white)</a:t>
            </a:r>
          </a:p>
          <a:p>
            <a:pPr marL="342900" indent="-342900" algn="just">
              <a:buFont typeface="Courier New" panose="02070309020205020404" pitchFamily="49" charset="0"/>
              <a:buChar char="o"/>
            </a:pPr>
            <a:r>
              <a:rPr lang="en-US" sz="2000" b="1" u="sng" dirty="0">
                <a:effectLst/>
                <a:sym typeface="+mn-ea"/>
              </a:rPr>
              <a:t>The binary </a:t>
            </a:r>
            <a:r>
              <a:rPr lang="en-US" sz="2000" b="1" u="sng" dirty="0">
                <a:sym typeface="+mn-ea"/>
              </a:rPr>
              <a:t>Math</a:t>
            </a:r>
            <a:r>
              <a:rPr lang="en-US" sz="2000" dirty="0">
                <a:sym typeface="+mn-ea"/>
              </a:rPr>
              <a:t>: This scale relies on the binary system. Because each pixel uses 1 byte (8 bits) of data, and each bit is either a 0 or a 1, it yields exactly 256 possible values combinations (0 through 255)</a:t>
            </a:r>
            <a:endParaRPr lang="en-US" sz="2000" dirty="0">
              <a:effectLst/>
            </a:endParaRPr>
          </a:p>
        </p:txBody>
      </p:sp>
      <p:sp>
        <p:nvSpPr>
          <p:cNvPr id="4" name="Rectangle 3"/>
          <p:cNvSpPr/>
          <p:nvPr/>
        </p:nvSpPr>
        <p:spPr>
          <a:xfrm>
            <a:off x="457835" y="3913152"/>
            <a:ext cx="3438525" cy="521970"/>
          </a:xfrm>
          <a:prstGeom prst="rect">
            <a:avLst/>
          </a:prstGeom>
        </p:spPr>
        <p:txBody>
          <a:bodyPr wrap="square">
            <a:spAutoFit/>
          </a:bodyPr>
          <a:lstStyle/>
          <a:p>
            <a:r>
              <a:rPr lang="en-US" sz="2800" b="1" dirty="0">
                <a:latin typeface="Calibri" charset="0"/>
              </a:rPr>
              <a:t>Image Features</a:t>
            </a:r>
          </a:p>
        </p:txBody>
      </p:sp>
      <p:sp>
        <p:nvSpPr>
          <p:cNvPr id="5" name="Rectangle 4"/>
          <p:cNvSpPr/>
          <p:nvPr/>
        </p:nvSpPr>
        <p:spPr>
          <a:xfrm>
            <a:off x="457835" y="4652463"/>
            <a:ext cx="11204575" cy="1535430"/>
          </a:xfrm>
          <a:prstGeom prst="rect">
            <a:avLst/>
          </a:prstGeom>
        </p:spPr>
        <p:txBody>
          <a:bodyPr wrap="square">
            <a:noAutofit/>
          </a:bodyPr>
          <a:lstStyle/>
          <a:p>
            <a:pPr marL="342900" indent="-342900" algn="just">
              <a:buFont typeface="Wingdings" pitchFamily="2" charset="2"/>
              <a:buChar char="§"/>
            </a:pPr>
            <a:r>
              <a:rPr lang="en-US" sz="2000" b="1" u="sng" dirty="0">
                <a:solidFill>
                  <a:srgbClr val="212121"/>
                </a:solidFill>
                <a:effectLst/>
                <a:sym typeface="+mn-ea"/>
              </a:rPr>
              <a:t>Definition</a:t>
            </a:r>
            <a:r>
              <a:rPr lang="en-US" sz="2000" dirty="0">
                <a:solidFill>
                  <a:srgbClr val="212121"/>
                </a:solidFill>
                <a:effectLst/>
                <a:sym typeface="+mn-ea"/>
              </a:rPr>
              <a:t>: In Computer Vision and image processing, a feature is a piece of information that is useful for completing computational tasks in a specific application.</a:t>
            </a:r>
          </a:p>
          <a:p>
            <a:pPr marL="342900" indent="-342900" algn="just">
              <a:buFont typeface="Wingdings" pitchFamily="2" charset="2"/>
              <a:buChar char="§"/>
            </a:pPr>
            <a:r>
              <a:rPr lang="en-US" sz="2000" b="1" u="sng" dirty="0">
                <a:solidFill>
                  <a:srgbClr val="212121"/>
                </a:solidFill>
                <a:sym typeface="+mn-ea"/>
              </a:rPr>
              <a:t>Structures</a:t>
            </a:r>
            <a:r>
              <a:rPr lang="en-US" sz="2000" dirty="0">
                <a:solidFill>
                  <a:srgbClr val="212121"/>
                </a:solidFill>
                <a:sym typeface="+mn-ea"/>
              </a:rPr>
              <a:t>: These features typically consist of distinct structures within the image such as </a:t>
            </a:r>
            <a:r>
              <a:rPr lang="en-US" sz="2000" b="1" dirty="0">
                <a:solidFill>
                  <a:srgbClr val="212121"/>
                </a:solidFill>
                <a:sym typeface="+mn-ea"/>
              </a:rPr>
              <a:t>points</a:t>
            </a:r>
            <a:r>
              <a:rPr lang="en-US" sz="2000" dirty="0">
                <a:solidFill>
                  <a:srgbClr val="212121"/>
                </a:solidFill>
                <a:sym typeface="+mn-ea"/>
              </a:rPr>
              <a:t>, </a:t>
            </a:r>
            <a:r>
              <a:rPr lang="en-US" sz="2000" b="1" dirty="0">
                <a:solidFill>
                  <a:srgbClr val="212121"/>
                </a:solidFill>
                <a:sym typeface="+mn-ea"/>
              </a:rPr>
              <a:t>edges</a:t>
            </a:r>
            <a:r>
              <a:rPr lang="en-US" sz="2000" dirty="0">
                <a:solidFill>
                  <a:srgbClr val="212121"/>
                </a:solidFill>
                <a:sym typeface="+mn-ea"/>
              </a:rPr>
              <a:t>, or </a:t>
            </a:r>
            <a:r>
              <a:rPr lang="en-US" sz="2000" b="1" dirty="0">
                <a:solidFill>
                  <a:srgbClr val="212121"/>
                </a:solidFill>
                <a:sym typeface="+mn-ea"/>
              </a:rPr>
              <a:t>objects</a:t>
            </a:r>
            <a:r>
              <a:rPr lang="en-US" sz="2000" dirty="0">
                <a:solidFill>
                  <a:srgbClr val="212121"/>
                </a:solidFill>
                <a:sym typeface="+mn-ea"/>
              </a:rPr>
              <a:t>. </a:t>
            </a:r>
            <a:r>
              <a:rPr lang="en-US" sz="2000" dirty="0">
                <a:solidFill>
                  <a:srgbClr val="212121"/>
                </a:solidFill>
                <a:effectLst/>
                <a:sym typeface="+mn-ea"/>
              </a:rPr>
              <a:t> </a:t>
            </a:r>
          </a:p>
          <a:p>
            <a:pPr marL="342900" indent="-342900" algn="just">
              <a:lnSpc>
                <a:spcPct val="150000"/>
              </a:lnSpc>
              <a:buFont typeface="Wingdings" pitchFamily="2" charset="2"/>
              <a:buChar char="§"/>
            </a:pPr>
            <a:endParaRPr lang="en-US" sz="2000" dirty="0">
              <a:effectLst/>
            </a:endParaRPr>
          </a:p>
        </p:txBody>
      </p:sp>
      <p:pic>
        <p:nvPicPr>
          <p:cNvPr id="9" name="Picture 8"/>
          <p:cNvPicPr>
            <a:picLocks noChangeAspect="1"/>
          </p:cNvPicPr>
          <p:nvPr/>
        </p:nvPicPr>
        <p:blipFill>
          <a:blip r:embed="rId2"/>
          <a:stretch>
            <a:fillRect/>
          </a:stretch>
        </p:blipFill>
        <p:spPr>
          <a:xfrm>
            <a:off x="7977264" y="1141273"/>
            <a:ext cx="3685396" cy="2341236"/>
          </a:xfrm>
          <a:prstGeom prst="rect">
            <a:avLst/>
          </a:prstGeom>
        </p:spPr>
      </p:pic>
      <p:pic>
        <p:nvPicPr>
          <p:cNvPr id="6" name="Picture 5" descr="Important - Free miscellaneous icons">
            <a:extLst>
              <a:ext uri="{FF2B5EF4-FFF2-40B4-BE49-F238E27FC236}">
                <a16:creationId xmlns:a16="http://schemas.microsoft.com/office/drawing/2014/main" id="{1BE0876E-D87C-8772-3A44-AB4ABC60CF94}"/>
              </a:ext>
            </a:extLst>
          </p:cNvPr>
          <p:cNvPicPr>
            <a:picLocks noChangeAspect="1"/>
          </p:cNvPicPr>
          <p:nvPr/>
        </p:nvPicPr>
        <p:blipFill>
          <a:blip r:embed="rId3"/>
          <a:stretch>
            <a:fillRect/>
          </a:stretch>
        </p:blipFill>
        <p:spPr>
          <a:xfrm>
            <a:off x="4983274" y="3429000"/>
            <a:ext cx="1076848" cy="10768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9990" y="483612"/>
            <a:ext cx="1952522" cy="523220"/>
          </a:xfrm>
          <a:prstGeom prst="rect">
            <a:avLst/>
          </a:prstGeom>
        </p:spPr>
        <p:txBody>
          <a:bodyPr wrap="none">
            <a:spAutoFit/>
          </a:bodyPr>
          <a:lstStyle/>
          <a:p>
            <a:r>
              <a:rPr lang="en-US" sz="2800" b="1" dirty="0">
                <a:latin typeface="Calibri" charset="0"/>
              </a:rPr>
              <a:t>RGB Images</a:t>
            </a:r>
          </a:p>
        </p:txBody>
      </p:sp>
      <p:sp>
        <p:nvSpPr>
          <p:cNvPr id="2" name="Rectangle 1"/>
          <p:cNvSpPr/>
          <p:nvPr/>
        </p:nvSpPr>
        <p:spPr>
          <a:xfrm>
            <a:off x="617220" y="1291590"/>
            <a:ext cx="10728325" cy="1337945"/>
          </a:xfrm>
          <a:prstGeom prst="rect">
            <a:avLst/>
          </a:prstGeom>
        </p:spPr>
        <p:txBody>
          <a:bodyPr wrap="square">
            <a:spAutoFit/>
          </a:bodyPr>
          <a:lstStyle/>
          <a:p>
            <a:pPr algn="just">
              <a:lnSpc>
                <a:spcPct val="150000"/>
              </a:lnSpc>
            </a:pPr>
            <a:r>
              <a:rPr lang="en-US" dirty="0"/>
              <a:t>All the images that we see around are colored images. These images are made up of three primary colors </a:t>
            </a:r>
            <a:r>
              <a:rPr lang="en-US" dirty="0">
                <a:solidFill>
                  <a:srgbClr val="FF0000"/>
                </a:solidFill>
              </a:rPr>
              <a:t>Red, Green and Blue</a:t>
            </a:r>
            <a:r>
              <a:rPr lang="en-US" dirty="0"/>
              <a:t>. All the colors that are present can be made by combining different intensities of red, green and blue. </a:t>
            </a:r>
          </a:p>
        </p:txBody>
      </p:sp>
      <p:pic>
        <p:nvPicPr>
          <p:cNvPr id="7" name="Picture 6"/>
          <p:cNvPicPr>
            <a:picLocks noChangeAspect="1"/>
          </p:cNvPicPr>
          <p:nvPr/>
        </p:nvPicPr>
        <p:blipFill>
          <a:blip r:embed="rId2"/>
          <a:stretch>
            <a:fillRect/>
          </a:stretch>
        </p:blipFill>
        <p:spPr>
          <a:xfrm>
            <a:off x="4424872" y="2914012"/>
            <a:ext cx="2399941" cy="2251107"/>
          </a:xfrm>
          <a:prstGeom prst="rect">
            <a:avLst/>
          </a:prstGeom>
        </p:spPr>
      </p:pic>
      <p:sp>
        <p:nvSpPr>
          <p:cNvPr id="8" name="Rectangle 7"/>
          <p:cNvSpPr/>
          <p:nvPr/>
        </p:nvSpPr>
        <p:spPr>
          <a:xfrm>
            <a:off x="1291674" y="5517436"/>
            <a:ext cx="8666670" cy="707886"/>
          </a:xfrm>
          <a:prstGeom prst="rect">
            <a:avLst/>
          </a:prstGeom>
        </p:spPr>
        <p:txBody>
          <a:bodyPr wrap="square">
            <a:spAutoFit/>
          </a:bodyPr>
          <a:lstStyle/>
          <a:p>
            <a:pPr algn="ctr"/>
            <a:r>
              <a:rPr lang="en-US" sz="2000" dirty="0"/>
              <a:t>Let us experience! </a:t>
            </a:r>
          </a:p>
          <a:p>
            <a:pPr algn="ctr"/>
            <a:r>
              <a:rPr lang="en-US" sz="2000" dirty="0"/>
              <a:t>Go to this online link </a:t>
            </a:r>
            <a:r>
              <a:rPr lang="en-US" sz="2000" dirty="0">
                <a:solidFill>
                  <a:srgbClr val="0000FF"/>
                </a:solidFill>
              </a:rPr>
              <a:t>https://www.w3schools.com/colors/</a:t>
            </a:r>
            <a:r>
              <a:rPr lang="en-US" sz="2000" dirty="0" err="1">
                <a:solidFill>
                  <a:srgbClr val="0000FF"/>
                </a:solidFill>
              </a:rPr>
              <a:t>colors_rgb.asp</a:t>
            </a:r>
            <a:r>
              <a:rPr lang="en-US" sz="2000" dirty="0"/>
              <a:t>. </a:t>
            </a:r>
          </a:p>
        </p:txBody>
      </p:sp>
      <p:sp>
        <p:nvSpPr>
          <p:cNvPr id="6" name="Text Box 5"/>
          <p:cNvSpPr txBox="1"/>
          <p:nvPr/>
        </p:nvSpPr>
        <p:spPr>
          <a:xfrm>
            <a:off x="7403465" y="3429000"/>
            <a:ext cx="3942080" cy="1322070"/>
          </a:xfrm>
          <a:prstGeom prst="rect">
            <a:avLst/>
          </a:prstGeom>
        </p:spPr>
        <p:txBody>
          <a:bodyPr wrap="square">
            <a:spAutoFit/>
          </a:bodyPr>
          <a:lstStyle/>
          <a:p>
            <a:r>
              <a:rPr sz="1600">
                <a:solidFill>
                  <a:srgbClr val="365F91"/>
                </a:solidFill>
                <a:latin typeface="Calibri"/>
                <a:ea typeface="Calibri"/>
              </a:rPr>
              <a:t>Task: </a:t>
            </a:r>
          </a:p>
          <a:p>
            <a:pPr algn="l"/>
            <a:r>
              <a:rPr sz="1600">
                <a:solidFill>
                  <a:srgbClr val="000000"/>
                </a:solidFill>
                <a:latin typeface="Calibri"/>
                <a:ea typeface="Calibri"/>
              </a:rPr>
              <a:t>Go to the following link </a:t>
            </a:r>
            <a:r>
              <a:rPr sz="1600">
                <a:solidFill>
                  <a:srgbClr val="0101FF"/>
                </a:solidFill>
                <a:latin typeface="Calibri"/>
                <a:ea typeface="Calibri"/>
              </a:rPr>
              <a:t>www</a:t>
            </a:r>
            <a:r>
              <a:rPr sz="1600">
                <a:solidFill>
                  <a:srgbClr val="2D2DFF"/>
                </a:solidFill>
                <a:latin typeface="Calibri"/>
                <a:ea typeface="Calibri"/>
              </a:rPr>
              <a:t>.</a:t>
            </a:r>
            <a:r>
              <a:rPr sz="1600">
                <a:solidFill>
                  <a:srgbClr val="0101FF"/>
                </a:solidFill>
                <a:latin typeface="Calibri"/>
                <a:ea typeface="Calibri"/>
              </a:rPr>
              <a:t>piskelapp</a:t>
            </a:r>
            <a:r>
              <a:rPr sz="1600">
                <a:solidFill>
                  <a:srgbClr val="2D2DFF"/>
                </a:solidFill>
                <a:latin typeface="Calibri"/>
                <a:ea typeface="Calibri"/>
              </a:rPr>
              <a:t>.</a:t>
            </a:r>
            <a:r>
              <a:rPr sz="1600">
                <a:solidFill>
                  <a:srgbClr val="0101FF"/>
                </a:solidFill>
                <a:latin typeface="Calibri"/>
                <a:ea typeface="Calibri"/>
              </a:rPr>
              <a:t>com </a:t>
            </a:r>
            <a:r>
              <a:rPr sz="1600">
                <a:solidFill>
                  <a:srgbClr val="010101"/>
                </a:solidFill>
                <a:latin typeface="Calibri"/>
                <a:ea typeface="Calibri"/>
              </a:rPr>
              <a:t>and create your pixel art. Try and make a GIF using the </a:t>
            </a:r>
            <a:r>
              <a:rPr sz="1600">
                <a:solidFill>
                  <a:srgbClr val="000000"/>
                </a:solidFill>
                <a:latin typeface="Calibri"/>
                <a:ea typeface="Calibri"/>
              </a:rPr>
              <a:t>online app for your pixel 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9990" y="483612"/>
            <a:ext cx="3776980" cy="521970"/>
          </a:xfrm>
          <a:prstGeom prst="rect">
            <a:avLst/>
          </a:prstGeom>
        </p:spPr>
        <p:txBody>
          <a:bodyPr wrap="none">
            <a:spAutoFit/>
          </a:bodyPr>
          <a:lstStyle/>
          <a:p>
            <a:r>
              <a:rPr lang="en-US" sz="2800" b="1" dirty="0">
                <a:latin typeface="Calibri" charset="0"/>
              </a:rPr>
              <a:t>What is Convolution?</a:t>
            </a:r>
          </a:p>
        </p:txBody>
      </p:sp>
      <p:sp>
        <p:nvSpPr>
          <p:cNvPr id="2" name="Rectangle 1"/>
          <p:cNvSpPr/>
          <p:nvPr/>
        </p:nvSpPr>
        <p:spPr>
          <a:xfrm>
            <a:off x="617220" y="1136015"/>
            <a:ext cx="10728325" cy="922020"/>
          </a:xfrm>
          <a:prstGeom prst="rect">
            <a:avLst/>
          </a:prstGeom>
        </p:spPr>
        <p:txBody>
          <a:bodyPr wrap="square">
            <a:spAutoFit/>
          </a:bodyPr>
          <a:lstStyle/>
          <a:p>
            <a:pPr algn="just">
              <a:lnSpc>
                <a:spcPct val="150000"/>
              </a:lnSpc>
            </a:pPr>
            <a:r>
              <a:rPr lang="en-US" dirty="0"/>
              <a:t>Convolution in image processing is a mathematical operation that applies a small matrix, </a:t>
            </a:r>
            <a:r>
              <a:rPr lang="en-US" b="1" dirty="0"/>
              <a:t>called Kernel or Filter</a:t>
            </a:r>
            <a:r>
              <a:rPr lang="en-US" dirty="0"/>
              <a:t>, to an image to </a:t>
            </a:r>
            <a:r>
              <a:rPr lang="en-US" b="1" dirty="0"/>
              <a:t>create a new one by calculating a weighted sum of the pixels</a:t>
            </a:r>
            <a:r>
              <a:rPr lang="en-US" dirty="0"/>
              <a:t>. </a:t>
            </a:r>
          </a:p>
        </p:txBody>
      </p:sp>
      <p:pic>
        <p:nvPicPr>
          <p:cNvPr id="4" name="Picture 3" descr="Screenshot 2025-10-14 at 10.01.10 AM"/>
          <p:cNvPicPr>
            <a:picLocks noChangeAspect="1"/>
          </p:cNvPicPr>
          <p:nvPr/>
        </p:nvPicPr>
        <p:blipFill>
          <a:blip r:embed="rId2"/>
          <a:srcRect t="90060"/>
          <a:stretch>
            <a:fillRect/>
          </a:stretch>
        </p:blipFill>
        <p:spPr>
          <a:xfrm>
            <a:off x="2456815" y="5871210"/>
            <a:ext cx="7277735" cy="337185"/>
          </a:xfrm>
          <a:prstGeom prst="rect">
            <a:avLst/>
          </a:prstGeom>
        </p:spPr>
      </p:pic>
      <p:sp>
        <p:nvSpPr>
          <p:cNvPr id="12" name="Text Box 11"/>
          <p:cNvSpPr txBox="1"/>
          <p:nvPr/>
        </p:nvSpPr>
        <p:spPr>
          <a:xfrm>
            <a:off x="2934335" y="6208395"/>
            <a:ext cx="1611630" cy="275590"/>
          </a:xfrm>
          <a:prstGeom prst="rect">
            <a:avLst/>
          </a:prstGeom>
          <a:noFill/>
        </p:spPr>
        <p:txBody>
          <a:bodyPr wrap="square" rtlCol="0">
            <a:spAutoFit/>
          </a:bodyPr>
          <a:lstStyle/>
          <a:p>
            <a:pPr algn="ctr"/>
            <a:r>
              <a:rPr lang="en-US" sz="1200"/>
              <a:t>Image Array</a:t>
            </a:r>
          </a:p>
        </p:txBody>
      </p:sp>
      <p:sp>
        <p:nvSpPr>
          <p:cNvPr id="13" name="Text Box 12"/>
          <p:cNvSpPr txBox="1"/>
          <p:nvPr/>
        </p:nvSpPr>
        <p:spPr>
          <a:xfrm>
            <a:off x="5655945" y="6208395"/>
            <a:ext cx="1611630" cy="275590"/>
          </a:xfrm>
          <a:prstGeom prst="rect">
            <a:avLst/>
          </a:prstGeom>
          <a:noFill/>
        </p:spPr>
        <p:txBody>
          <a:bodyPr wrap="square" rtlCol="0">
            <a:spAutoFit/>
          </a:bodyPr>
          <a:lstStyle/>
          <a:p>
            <a:pPr algn="ctr"/>
            <a:r>
              <a:rPr lang="en-US" sz="1200"/>
              <a:t>Kernal Array</a:t>
            </a:r>
          </a:p>
        </p:txBody>
      </p:sp>
      <p:sp>
        <p:nvSpPr>
          <p:cNvPr id="14" name="Text Box 13"/>
          <p:cNvSpPr txBox="1"/>
          <p:nvPr/>
        </p:nvSpPr>
        <p:spPr>
          <a:xfrm>
            <a:off x="7778115" y="6208395"/>
            <a:ext cx="1705610" cy="337185"/>
          </a:xfrm>
          <a:prstGeom prst="rect">
            <a:avLst/>
          </a:prstGeom>
        </p:spPr>
        <p:txBody>
          <a:bodyPr wrap="square">
            <a:spAutoFit/>
          </a:bodyPr>
          <a:lstStyle/>
          <a:p>
            <a:pPr algn="ctr"/>
            <a:r>
              <a:rPr sz="1200">
                <a:solidFill>
                  <a:srgbClr val="000000"/>
                </a:solidFill>
                <a:latin typeface="Calibri"/>
                <a:ea typeface="Calibri"/>
              </a:rPr>
              <a:t>Resulting array</a:t>
            </a:r>
            <a:r>
              <a:rPr sz="1600">
                <a:solidFill>
                  <a:srgbClr val="000000"/>
                </a:solidFill>
                <a:latin typeface="Calibri"/>
                <a:ea typeface="Calibri"/>
              </a:rPr>
              <a:t> </a:t>
            </a:r>
          </a:p>
        </p:txBody>
      </p:sp>
      <p:pic>
        <p:nvPicPr>
          <p:cNvPr id="5" name="Picture 4"/>
          <p:cNvPicPr>
            <a:picLocks noChangeAspect="1"/>
          </p:cNvPicPr>
          <p:nvPr/>
        </p:nvPicPr>
        <p:blipFill>
          <a:blip r:embed="rId3"/>
          <a:stretch>
            <a:fillRect/>
          </a:stretch>
        </p:blipFill>
        <p:spPr>
          <a:xfrm>
            <a:off x="2456815" y="2326005"/>
            <a:ext cx="7552690" cy="33928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7305" y="2445127"/>
            <a:ext cx="2841625" cy="521970"/>
          </a:xfrm>
          <a:prstGeom prst="rect">
            <a:avLst/>
          </a:prstGeom>
        </p:spPr>
        <p:txBody>
          <a:bodyPr wrap="none">
            <a:spAutoFit/>
          </a:bodyPr>
          <a:lstStyle/>
          <a:p>
            <a:r>
              <a:rPr lang="en-US" sz="2800" b="1" dirty="0">
                <a:latin typeface="Calibri" charset="0"/>
              </a:rPr>
              <a:t>What is Kernel?</a:t>
            </a:r>
          </a:p>
        </p:txBody>
      </p:sp>
      <p:sp>
        <p:nvSpPr>
          <p:cNvPr id="2" name="Rectangle 1"/>
          <p:cNvSpPr/>
          <p:nvPr/>
        </p:nvSpPr>
        <p:spPr>
          <a:xfrm>
            <a:off x="1360805" y="3097530"/>
            <a:ext cx="9058910" cy="922020"/>
          </a:xfrm>
          <a:prstGeom prst="rect">
            <a:avLst/>
          </a:prstGeom>
        </p:spPr>
        <p:txBody>
          <a:bodyPr wrap="square">
            <a:spAutoFit/>
          </a:bodyPr>
          <a:lstStyle/>
          <a:p>
            <a:pPr algn="just">
              <a:lnSpc>
                <a:spcPct val="150000"/>
              </a:lnSpc>
            </a:pPr>
            <a:r>
              <a:rPr lang="en-US" dirty="0"/>
              <a:t>In image processing, a </a:t>
            </a:r>
            <a:r>
              <a:rPr lang="en-US" b="1" dirty="0"/>
              <a:t>kernel, also known as a filter or mask</a:t>
            </a:r>
            <a:r>
              <a:rPr lang="en-US" dirty="0"/>
              <a:t>, is a small matrix of numbers used to </a:t>
            </a:r>
            <a:r>
              <a:rPr lang="en-US" u="sng" dirty="0"/>
              <a:t>apply effects like blurring, shapening, or edge detection to an image</a:t>
            </a:r>
            <a:r>
              <a:rPr 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9990" y="483612"/>
            <a:ext cx="7919085" cy="521970"/>
          </a:xfrm>
          <a:prstGeom prst="rect">
            <a:avLst/>
          </a:prstGeom>
        </p:spPr>
        <p:txBody>
          <a:bodyPr wrap="none">
            <a:spAutoFit/>
          </a:bodyPr>
          <a:lstStyle/>
          <a:p>
            <a:r>
              <a:rPr lang="en-US" sz="2800" b="1" dirty="0">
                <a:latin typeface="Calibri" charset="0"/>
              </a:rPr>
              <a:t>What is Convolution Neural Networks (CNN) ?</a:t>
            </a:r>
          </a:p>
        </p:txBody>
      </p:sp>
      <p:sp>
        <p:nvSpPr>
          <p:cNvPr id="2" name="Text Box 1"/>
          <p:cNvSpPr txBox="1"/>
          <p:nvPr/>
        </p:nvSpPr>
        <p:spPr>
          <a:xfrm>
            <a:off x="582930" y="1301115"/>
            <a:ext cx="1996440" cy="398780"/>
          </a:xfrm>
          <a:prstGeom prst="rect">
            <a:avLst/>
          </a:prstGeom>
          <a:noFill/>
        </p:spPr>
        <p:txBody>
          <a:bodyPr wrap="square" rtlCol="0">
            <a:spAutoFit/>
          </a:bodyPr>
          <a:lstStyle/>
          <a:p>
            <a:r>
              <a:rPr lang="en-US" sz="2000" b="1"/>
              <a:t>Introduction</a:t>
            </a:r>
          </a:p>
        </p:txBody>
      </p:sp>
      <p:sp>
        <p:nvSpPr>
          <p:cNvPr id="4" name="Text Box 3"/>
          <p:cNvSpPr txBox="1"/>
          <p:nvPr/>
        </p:nvSpPr>
        <p:spPr>
          <a:xfrm>
            <a:off x="741680" y="2083435"/>
            <a:ext cx="10570845" cy="3692525"/>
          </a:xfrm>
          <a:prstGeom prst="rect">
            <a:avLst/>
          </a:prstGeom>
          <a:noFill/>
        </p:spPr>
        <p:txBody>
          <a:bodyPr wrap="square" rtlCol="0">
            <a:spAutoFit/>
          </a:bodyPr>
          <a:lstStyle/>
          <a:p>
            <a:pPr algn="just"/>
            <a:r>
              <a:rPr lang="en-US" altLang="en-US"/>
              <a:t>A Convolutional Neural Network (CNN) is a type of deep learning model (algorithm) specifically designed for </a:t>
            </a:r>
            <a:r>
              <a:rPr lang="en-US" altLang="en-US" u="sng"/>
              <a:t>processing Image data with a grid-like structure</a:t>
            </a:r>
            <a:r>
              <a:rPr lang="en-US" altLang="en-US"/>
              <a:t>, such as images.</a:t>
            </a:r>
          </a:p>
          <a:p>
            <a:pPr algn="just"/>
            <a:endParaRPr lang="en-US" altLang="en-US"/>
          </a:p>
          <a:p>
            <a:pPr algn="just"/>
            <a:r>
              <a:rPr lang="en-US" altLang="en-US" b="1"/>
              <a:t>In brief:</a:t>
            </a:r>
            <a:endParaRPr lang="en-US" altLang="en-US"/>
          </a:p>
          <a:p>
            <a:pPr algn="just"/>
            <a:endParaRPr lang="en-US" altLang="en-US"/>
          </a:p>
          <a:p>
            <a:pPr marL="285750" indent="-285750" algn="just">
              <a:buFont typeface="Wingdings" panose="05000000000000000000" charset="0"/>
              <a:buChar char=""/>
            </a:pPr>
            <a:r>
              <a:rPr lang="en-US" altLang="en-US"/>
              <a:t>CNNs use layers with convolution operations to automatically learn features from the input data.</a:t>
            </a:r>
          </a:p>
          <a:p>
            <a:pPr marL="285750" indent="-285750" algn="just">
              <a:buFont typeface="Wingdings" panose="05000000000000000000" charset="0"/>
              <a:buChar char=""/>
            </a:pPr>
            <a:endParaRPr lang="en-US" altLang="en-US"/>
          </a:p>
          <a:p>
            <a:pPr marL="285750" indent="-285750" algn="just">
              <a:buFont typeface="Wingdings" panose="05000000000000000000" charset="0"/>
              <a:buChar char=""/>
            </a:pPr>
            <a:r>
              <a:rPr lang="en-US" altLang="en-US"/>
              <a:t>They are especially powerful for tasks like image classification, object detection, and image segmentation.</a:t>
            </a:r>
          </a:p>
          <a:p>
            <a:pPr marL="285750" indent="-285750" algn="just">
              <a:buFont typeface="Wingdings" panose="05000000000000000000" charset="0"/>
              <a:buChar char=""/>
            </a:pPr>
            <a:endParaRPr lang="en-US" altLang="en-US"/>
          </a:p>
          <a:p>
            <a:pPr marL="285750" indent="-285750" algn="just">
              <a:buFont typeface="Wingdings" panose="05000000000000000000" charset="0"/>
              <a:buChar char=""/>
            </a:pPr>
            <a:r>
              <a:rPr lang="en-US" altLang="en-US"/>
              <a:t>Key components:</a:t>
            </a:r>
          </a:p>
          <a:p>
            <a:pPr algn="just"/>
            <a:endParaRPr lang="en-US" altLang="en-US"/>
          </a:p>
          <a:p>
            <a:pPr marL="742950" lvl="1" indent="-285750" algn="just">
              <a:buFont typeface="Wingdings" panose="05000000000000000000" charset="0"/>
              <a:buChar char=""/>
            </a:pPr>
            <a:r>
              <a:rPr lang="en-US" altLang="en-US" u="sng"/>
              <a:t>Convolutional layers</a:t>
            </a:r>
            <a:r>
              <a:rPr lang="en-US" altLang="en-US"/>
              <a:t>: Extract features using filters/kernels.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10-17 at 11.27.44 AM"/>
          <p:cNvPicPr>
            <a:picLocks noChangeAspect="1"/>
          </p:cNvPicPr>
          <p:nvPr/>
        </p:nvPicPr>
        <p:blipFill>
          <a:blip r:embed="rId2"/>
          <a:stretch>
            <a:fillRect/>
          </a:stretch>
        </p:blipFill>
        <p:spPr>
          <a:xfrm>
            <a:off x="495300" y="469900"/>
            <a:ext cx="11201400" cy="5918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5297" y="497674"/>
            <a:ext cx="7240059" cy="369332"/>
          </a:xfrm>
          <a:prstGeom prst="rect">
            <a:avLst/>
          </a:prstGeom>
          <a:noFill/>
        </p:spPr>
        <p:txBody>
          <a:bodyPr wrap="none" rtlCol="0">
            <a:spAutoFit/>
          </a:bodyPr>
          <a:lstStyle/>
          <a:p>
            <a:r>
              <a:rPr lang="en-US" dirty="0"/>
              <a:t>The different layers of a Convolutional Neural Network (CNN) are as follows:</a:t>
            </a:r>
          </a:p>
        </p:txBody>
      </p:sp>
      <p:pic>
        <p:nvPicPr>
          <p:cNvPr id="5" name="Picture 2" descr="What is Convolutional Neural Network — CNN (Deep Learning) | by Kh. Nafizul  Haque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297" y="1256232"/>
            <a:ext cx="10927342" cy="51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22300" y="692150"/>
            <a:ext cx="8900160" cy="368300"/>
          </a:xfrm>
          <a:prstGeom prst="rect">
            <a:avLst/>
          </a:prstGeom>
          <a:noFill/>
        </p:spPr>
        <p:txBody>
          <a:bodyPr wrap="square" rtlCol="0">
            <a:spAutoFit/>
          </a:bodyPr>
          <a:lstStyle/>
          <a:p>
            <a:r>
              <a:rPr lang="en-US" dirty="0"/>
              <a:t>A Convolutional Neural Network of the following layers:</a:t>
            </a:r>
          </a:p>
        </p:txBody>
      </p:sp>
      <p:graphicFrame>
        <p:nvGraphicFramePr>
          <p:cNvPr id="2" name="Diagram 1"/>
          <p:cNvGraphicFramePr/>
          <p:nvPr>
            <p:extLst>
              <p:ext uri="{D42A27DB-BD31-4B8C-83A1-F6EECF244321}">
                <p14:modId xmlns:p14="http://schemas.microsoft.com/office/powerpoint/2010/main" val="3558472376"/>
              </p:ext>
            </p:extLst>
          </p:nvPr>
        </p:nvGraphicFramePr>
        <p:xfrm>
          <a:off x="2768600" y="1557867"/>
          <a:ext cx="7950200" cy="4411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22300" y="692150"/>
            <a:ext cx="3683000" cy="646331"/>
          </a:xfrm>
          <a:prstGeom prst="rect">
            <a:avLst/>
          </a:prstGeom>
          <a:noFill/>
        </p:spPr>
        <p:txBody>
          <a:bodyPr wrap="square" rtlCol="0">
            <a:spAutoFit/>
          </a:bodyPr>
          <a:lstStyle/>
          <a:p>
            <a:r>
              <a:rPr lang="en-US" sz="3600" dirty="0"/>
              <a:t>Convolution Layer</a:t>
            </a:r>
          </a:p>
        </p:txBody>
      </p:sp>
      <p:sp>
        <p:nvSpPr>
          <p:cNvPr id="3" name="TextBox 2"/>
          <p:cNvSpPr txBox="1"/>
          <p:nvPr/>
        </p:nvSpPr>
        <p:spPr>
          <a:xfrm>
            <a:off x="622300" y="1714500"/>
            <a:ext cx="10931413" cy="923330"/>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It is the first layer of a CNN. The objective is to extract features such as </a:t>
            </a:r>
            <a:r>
              <a:rPr lang="en-US" i="1" u="sng" dirty="0"/>
              <a:t>edges, points, lines, objects or textures </a:t>
            </a:r>
            <a:r>
              <a:rPr lang="en-US" dirty="0"/>
              <a:t>from the input image. That enables the understanding of the images in the dataset. The output of this layer is called the </a:t>
            </a:r>
            <a:r>
              <a:rPr lang="en-US" b="1" dirty="0"/>
              <a:t>feature map</a:t>
            </a:r>
            <a:r>
              <a:rPr lang="en-US" dirty="0"/>
              <a:t> also known as </a:t>
            </a:r>
            <a:r>
              <a:rPr lang="en-US" b="1" dirty="0"/>
              <a:t>activation map</a:t>
            </a:r>
            <a:r>
              <a:rPr lang="en-US" dirty="0"/>
              <a:t>. </a:t>
            </a:r>
          </a:p>
        </p:txBody>
      </p:sp>
      <p:sp>
        <p:nvSpPr>
          <p:cNvPr id="4" name="TextBox 3"/>
          <p:cNvSpPr txBox="1"/>
          <p:nvPr/>
        </p:nvSpPr>
        <p:spPr>
          <a:xfrm>
            <a:off x="1042924" y="3290848"/>
            <a:ext cx="8412752" cy="646331"/>
          </a:xfrm>
          <a:prstGeom prst="rect">
            <a:avLst/>
          </a:prstGeom>
          <a:noFill/>
        </p:spPr>
        <p:txBody>
          <a:bodyPr wrap="none" rtlCol="0">
            <a:spAutoFit/>
          </a:bodyPr>
          <a:lstStyle/>
          <a:p>
            <a:pPr marL="342900" indent="-342900">
              <a:buFont typeface="+mj-lt"/>
              <a:buAutoNum type="arabicPeriod"/>
            </a:pPr>
            <a:r>
              <a:rPr lang="en-US" dirty="0"/>
              <a:t>It </a:t>
            </a:r>
            <a:r>
              <a:rPr lang="en-US" u="sng" dirty="0"/>
              <a:t>reduce the images size</a:t>
            </a:r>
            <a:r>
              <a:rPr lang="en-US" dirty="0"/>
              <a:t> so that it can be processed more efficiently. </a:t>
            </a:r>
          </a:p>
          <a:p>
            <a:pPr marL="342900" indent="-342900">
              <a:buFont typeface="+mj-lt"/>
              <a:buAutoNum type="arabicPeriod"/>
            </a:pPr>
            <a:r>
              <a:rPr lang="en-US" dirty="0"/>
              <a:t>It focuses on the features of the image that can help in processing the image further</a:t>
            </a:r>
          </a:p>
        </p:txBody>
      </p:sp>
      <p:pic>
        <p:nvPicPr>
          <p:cNvPr id="5" name="Picture 4"/>
          <p:cNvPicPr>
            <a:picLocks noChangeAspect="1"/>
          </p:cNvPicPr>
          <p:nvPr/>
        </p:nvPicPr>
        <p:blipFill>
          <a:blip r:embed="rId2"/>
          <a:stretch>
            <a:fillRect/>
          </a:stretch>
        </p:blipFill>
        <p:spPr>
          <a:xfrm>
            <a:off x="3719389" y="4313198"/>
            <a:ext cx="5069273" cy="2015801"/>
          </a:xfrm>
          <a:prstGeom prst="rect">
            <a:avLst/>
          </a:prstGeom>
        </p:spPr>
      </p:pic>
      <p:sp>
        <p:nvSpPr>
          <p:cNvPr id="2" name="TextBox 1">
            <a:extLst>
              <a:ext uri="{FF2B5EF4-FFF2-40B4-BE49-F238E27FC236}">
                <a16:creationId xmlns:a16="http://schemas.microsoft.com/office/drawing/2014/main" id="{179E7C2E-6E79-2460-4FB8-DC4F5178EEBC}"/>
              </a:ext>
            </a:extLst>
          </p:cNvPr>
          <p:cNvSpPr txBox="1"/>
          <p:nvPr/>
        </p:nvSpPr>
        <p:spPr>
          <a:xfrm>
            <a:off x="878258" y="2779673"/>
            <a:ext cx="5375767" cy="369332"/>
          </a:xfrm>
          <a:prstGeom prst="rect">
            <a:avLst/>
          </a:prstGeom>
          <a:noFill/>
        </p:spPr>
        <p:txBody>
          <a:bodyPr wrap="none" rtlCol="0">
            <a:spAutoFit/>
          </a:bodyPr>
          <a:lstStyle/>
          <a:p>
            <a:r>
              <a:rPr lang="en-US" dirty="0"/>
              <a:t>There are several uses we derive from the feature map:</a:t>
            </a:r>
          </a:p>
        </p:txBody>
      </p:sp>
    </p:spTree>
    <p:extLst>
      <p:ext uri="{BB962C8B-B14F-4D97-AF65-F5344CB8AC3E}">
        <p14:creationId xmlns:p14="http://schemas.microsoft.com/office/powerpoint/2010/main" val="1500085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22300" y="581619"/>
            <a:ext cx="7230782" cy="646331"/>
          </a:xfrm>
          <a:prstGeom prst="rect">
            <a:avLst/>
          </a:prstGeom>
          <a:noFill/>
        </p:spPr>
        <p:txBody>
          <a:bodyPr wrap="square" rtlCol="0">
            <a:spAutoFit/>
          </a:bodyPr>
          <a:lstStyle/>
          <a:p>
            <a:r>
              <a:rPr lang="en-US" sz="3600" dirty="0"/>
              <a:t>Rectified Linear Unit Layer - ReLU</a:t>
            </a:r>
          </a:p>
        </p:txBody>
      </p:sp>
      <p:sp>
        <p:nvSpPr>
          <p:cNvPr id="3" name="TextBox 2"/>
          <p:cNvSpPr txBox="1"/>
          <p:nvPr/>
        </p:nvSpPr>
        <p:spPr>
          <a:xfrm>
            <a:off x="622300" y="1419477"/>
            <a:ext cx="10931413" cy="64633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This layer simply gets rid of all the negative numbers in the features map and lets the positive number stay as it is.</a:t>
            </a:r>
          </a:p>
        </p:txBody>
      </p:sp>
      <p:sp>
        <p:nvSpPr>
          <p:cNvPr id="7" name="TextBox 6"/>
          <p:cNvSpPr txBox="1"/>
          <p:nvPr/>
        </p:nvSpPr>
        <p:spPr>
          <a:xfrm>
            <a:off x="893607" y="2257335"/>
            <a:ext cx="7268618" cy="646331"/>
          </a:xfrm>
          <a:prstGeom prst="rect">
            <a:avLst/>
          </a:prstGeom>
          <a:noFill/>
        </p:spPr>
        <p:txBody>
          <a:bodyPr wrap="square" rtlCol="0">
            <a:spAutoFit/>
          </a:bodyPr>
          <a:lstStyle/>
          <a:p>
            <a:pPr algn="just"/>
            <a:r>
              <a:rPr lang="en-US" dirty="0"/>
              <a:t>In a CNN, the ReLU function:</a:t>
            </a:r>
          </a:p>
          <a:p>
            <a:pPr marL="285750" indent="-285750" algn="just">
              <a:buFont typeface="Courier New" panose="02070309020205020404" pitchFamily="49" charset="0"/>
              <a:buChar char="o"/>
            </a:pPr>
            <a:r>
              <a:rPr lang="en-US" dirty="0"/>
              <a:t>Introduces non-linearity so the network can learn complex patterns.</a:t>
            </a:r>
          </a:p>
        </p:txBody>
      </p:sp>
      <p:pic>
        <p:nvPicPr>
          <p:cNvPr id="2" name="Picture 1"/>
          <p:cNvPicPr>
            <a:picLocks noChangeAspect="1"/>
          </p:cNvPicPr>
          <p:nvPr/>
        </p:nvPicPr>
        <p:blipFill>
          <a:blip r:embed="rId2"/>
          <a:stretch>
            <a:fillRect/>
          </a:stretch>
        </p:blipFill>
        <p:spPr>
          <a:xfrm>
            <a:off x="2101292" y="3205724"/>
            <a:ext cx="7989415" cy="3486478"/>
          </a:xfrm>
          <a:prstGeom prst="rect">
            <a:avLst/>
          </a:prstGeom>
        </p:spPr>
      </p:pic>
    </p:spTree>
    <p:extLst>
      <p:ext uri="{BB962C8B-B14F-4D97-AF65-F5344CB8AC3E}">
        <p14:creationId xmlns:p14="http://schemas.microsoft.com/office/powerpoint/2010/main" val="323616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22297" y="371237"/>
            <a:ext cx="7230782" cy="646331"/>
          </a:xfrm>
          <a:prstGeom prst="rect">
            <a:avLst/>
          </a:prstGeom>
          <a:noFill/>
        </p:spPr>
        <p:txBody>
          <a:bodyPr wrap="square" rtlCol="0">
            <a:spAutoFit/>
          </a:bodyPr>
          <a:lstStyle/>
          <a:p>
            <a:r>
              <a:rPr lang="en-US" sz="3600" dirty="0"/>
              <a:t>Pooling Layer</a:t>
            </a:r>
          </a:p>
        </p:txBody>
      </p:sp>
      <p:sp>
        <p:nvSpPr>
          <p:cNvPr id="3" name="TextBox 2"/>
          <p:cNvSpPr txBox="1"/>
          <p:nvPr/>
        </p:nvSpPr>
        <p:spPr>
          <a:xfrm>
            <a:off x="622298" y="1330043"/>
            <a:ext cx="9345668" cy="1200329"/>
          </a:xfrm>
          <a:prstGeom prst="rect">
            <a:avLst/>
          </a:prstGeom>
          <a:noFill/>
        </p:spPr>
        <p:txBody>
          <a:bodyPr wrap="square" rtlCol="0">
            <a:spAutoFit/>
          </a:bodyPr>
          <a:lstStyle/>
          <a:p>
            <a:pPr algn="just"/>
            <a:r>
              <a:rPr lang="en-US" dirty="0"/>
              <a:t>In short – Pooling helps summarize features and improve efficiency in CNN.</a:t>
            </a:r>
          </a:p>
          <a:p>
            <a:pPr marL="342900" indent="-342900" algn="just">
              <a:buAutoNum type="arabicPeriod"/>
            </a:pPr>
            <a:r>
              <a:rPr lang="en-US" dirty="0"/>
              <a:t>Makes the image smaller and more manageable</a:t>
            </a:r>
          </a:p>
          <a:p>
            <a:pPr marL="342900" indent="-342900" algn="just">
              <a:buAutoNum type="arabicPeriod"/>
            </a:pPr>
            <a:r>
              <a:rPr lang="en-US" dirty="0"/>
              <a:t>Makes the image more resistant to small transformations, distortions, and translations in the input image.</a:t>
            </a:r>
          </a:p>
        </p:txBody>
      </p:sp>
      <p:sp>
        <p:nvSpPr>
          <p:cNvPr id="7" name="TextBox 6"/>
          <p:cNvSpPr txBox="1"/>
          <p:nvPr/>
        </p:nvSpPr>
        <p:spPr>
          <a:xfrm>
            <a:off x="622297" y="2846879"/>
            <a:ext cx="5828743" cy="923330"/>
          </a:xfrm>
          <a:prstGeom prst="rect">
            <a:avLst/>
          </a:prstGeom>
          <a:noFill/>
        </p:spPr>
        <p:txBody>
          <a:bodyPr wrap="square" rtlCol="0">
            <a:spAutoFit/>
          </a:bodyPr>
          <a:lstStyle/>
          <a:p>
            <a:pPr algn="just"/>
            <a:r>
              <a:rPr lang="en-US" dirty="0"/>
              <a:t>Common types:</a:t>
            </a:r>
          </a:p>
          <a:p>
            <a:pPr marL="285750" indent="-285750" algn="just">
              <a:buFont typeface="Courier New" panose="02070309020205020404" pitchFamily="49" charset="0"/>
              <a:buChar char="o"/>
            </a:pPr>
            <a:r>
              <a:rPr lang="en-US" b="1" i="1" dirty="0"/>
              <a:t>Max pooling</a:t>
            </a:r>
            <a:r>
              <a:rPr lang="en-US" dirty="0"/>
              <a:t>: takes the maximum value in each region.</a:t>
            </a:r>
          </a:p>
          <a:p>
            <a:pPr marL="285750" indent="-285750" algn="just">
              <a:buFont typeface="Courier New" panose="02070309020205020404" pitchFamily="49" charset="0"/>
              <a:buChar char="o"/>
            </a:pPr>
            <a:r>
              <a:rPr lang="en-US" b="1" i="1" dirty="0"/>
              <a:t>Average pooling</a:t>
            </a:r>
            <a:r>
              <a:rPr lang="en-US" dirty="0"/>
              <a:t>: takes the average value in each region</a:t>
            </a:r>
          </a:p>
        </p:txBody>
      </p:sp>
      <p:pic>
        <p:nvPicPr>
          <p:cNvPr id="5" name="Picture 4"/>
          <p:cNvPicPr>
            <a:picLocks noChangeAspect="1"/>
          </p:cNvPicPr>
          <p:nvPr/>
        </p:nvPicPr>
        <p:blipFill>
          <a:blip r:embed="rId2"/>
          <a:stretch>
            <a:fillRect/>
          </a:stretch>
        </p:blipFill>
        <p:spPr>
          <a:xfrm>
            <a:off x="6709055" y="2842847"/>
            <a:ext cx="4742392" cy="3397784"/>
          </a:xfrm>
          <a:prstGeom prst="rect">
            <a:avLst/>
          </a:prstGeom>
        </p:spPr>
      </p:pic>
      <p:pic>
        <p:nvPicPr>
          <p:cNvPr id="8" name="Picture 7"/>
          <p:cNvPicPr>
            <a:picLocks noChangeAspect="1"/>
          </p:cNvPicPr>
          <p:nvPr/>
        </p:nvPicPr>
        <p:blipFill>
          <a:blip r:embed="rId3"/>
          <a:stretch>
            <a:fillRect/>
          </a:stretch>
        </p:blipFill>
        <p:spPr>
          <a:xfrm>
            <a:off x="740553" y="3886752"/>
            <a:ext cx="5592233" cy="2600011"/>
          </a:xfrm>
          <a:prstGeom prst="rect">
            <a:avLst/>
          </a:prstGeom>
        </p:spPr>
      </p:pic>
    </p:spTree>
    <p:extLst>
      <p:ext uri="{BB962C8B-B14F-4D97-AF65-F5344CB8AC3E}">
        <p14:creationId xmlns:p14="http://schemas.microsoft.com/office/powerpoint/2010/main" val="1527111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22300" y="692150"/>
            <a:ext cx="7230782" cy="646331"/>
          </a:xfrm>
          <a:prstGeom prst="rect">
            <a:avLst/>
          </a:prstGeom>
          <a:noFill/>
        </p:spPr>
        <p:txBody>
          <a:bodyPr wrap="square" rtlCol="0">
            <a:spAutoFit/>
          </a:bodyPr>
          <a:lstStyle/>
          <a:p>
            <a:r>
              <a:rPr lang="en-US" sz="3600" dirty="0"/>
              <a:t>Fully Connected Layer</a:t>
            </a:r>
          </a:p>
        </p:txBody>
      </p:sp>
      <p:sp>
        <p:nvSpPr>
          <p:cNvPr id="3" name="TextBox 2"/>
          <p:cNvSpPr txBox="1"/>
          <p:nvPr/>
        </p:nvSpPr>
        <p:spPr>
          <a:xfrm>
            <a:off x="622300" y="1679375"/>
            <a:ext cx="10931413" cy="1477328"/>
          </a:xfrm>
          <a:prstGeom prst="rect">
            <a:avLst/>
          </a:prstGeom>
          <a:noFill/>
        </p:spPr>
        <p:txBody>
          <a:bodyPr wrap="square" rtlCol="0">
            <a:spAutoFit/>
          </a:bodyPr>
          <a:lstStyle/>
          <a:p>
            <a:r>
              <a:rPr lang="en-US" dirty="0"/>
              <a:t>The objective of a fully connected layer is to take the results of the convolution / pooling process and use them to classify the image into a label (in a simple classification example).</a:t>
            </a:r>
            <a:br>
              <a:rPr lang="en-US" dirty="0"/>
            </a:br>
            <a:endParaRPr lang="en-US" dirty="0"/>
          </a:p>
          <a:p>
            <a:pPr marL="285750" indent="-285750" algn="just">
              <a:buFont typeface="Wingdings" panose="05000000000000000000" pitchFamily="2" charset="2"/>
              <a:buChar char="q"/>
            </a:pPr>
            <a:r>
              <a:rPr lang="en-US" dirty="0"/>
              <a:t>For example, if the image is of a cat, features representing things like whiskers or fur should have high probabilities for the label “Cat”.</a:t>
            </a:r>
          </a:p>
        </p:txBody>
      </p:sp>
      <p:pic>
        <p:nvPicPr>
          <p:cNvPr id="2" name="Picture 1"/>
          <p:cNvPicPr>
            <a:picLocks noChangeAspect="1"/>
          </p:cNvPicPr>
          <p:nvPr/>
        </p:nvPicPr>
        <p:blipFill>
          <a:blip r:embed="rId2"/>
          <a:stretch>
            <a:fillRect/>
          </a:stretch>
        </p:blipFill>
        <p:spPr>
          <a:xfrm>
            <a:off x="638287" y="3845045"/>
            <a:ext cx="5270500" cy="2095206"/>
          </a:xfrm>
          <a:prstGeom prst="rect">
            <a:avLst/>
          </a:prstGeom>
        </p:spPr>
      </p:pic>
      <p:pic>
        <p:nvPicPr>
          <p:cNvPr id="4" name="Picture 3" descr="Convolutional Neural Networks (CNN): Step 4 - Full Connection">
            <a:extLst>
              <a:ext uri="{FF2B5EF4-FFF2-40B4-BE49-F238E27FC236}">
                <a16:creationId xmlns:a16="http://schemas.microsoft.com/office/drawing/2014/main" id="{5FA4C321-0D4F-4236-D18A-A8B9E3215757}"/>
              </a:ext>
            </a:extLst>
          </p:cNvPr>
          <p:cNvPicPr>
            <a:picLocks noChangeAspect="1"/>
          </p:cNvPicPr>
          <p:nvPr/>
        </p:nvPicPr>
        <p:blipFill>
          <a:blip r:embed="rId3"/>
          <a:stretch>
            <a:fillRect/>
          </a:stretch>
        </p:blipFill>
        <p:spPr>
          <a:xfrm>
            <a:off x="6283213" y="3429000"/>
            <a:ext cx="5270500" cy="2590800"/>
          </a:xfrm>
          <a:prstGeom prst="rect">
            <a:avLst/>
          </a:prstGeom>
        </p:spPr>
      </p:pic>
    </p:spTree>
    <p:extLst>
      <p:ext uri="{BB962C8B-B14F-4D97-AF65-F5344CB8AC3E}">
        <p14:creationId xmlns:p14="http://schemas.microsoft.com/office/powerpoint/2010/main" val="2123777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22300" y="692150"/>
            <a:ext cx="7230782" cy="646331"/>
          </a:xfrm>
          <a:prstGeom prst="rect">
            <a:avLst/>
          </a:prstGeom>
          <a:noFill/>
        </p:spPr>
        <p:txBody>
          <a:bodyPr wrap="square" rtlCol="0">
            <a:spAutoFit/>
          </a:bodyPr>
          <a:lstStyle/>
          <a:p>
            <a:r>
              <a:rPr lang="en-US" sz="3600" dirty="0"/>
              <a:t>Let’s Summarize:</a:t>
            </a:r>
          </a:p>
        </p:txBody>
      </p:sp>
      <p:pic>
        <p:nvPicPr>
          <p:cNvPr id="4" name="Picture 3"/>
          <p:cNvPicPr>
            <a:picLocks noChangeAspect="1"/>
          </p:cNvPicPr>
          <p:nvPr/>
        </p:nvPicPr>
        <p:blipFill>
          <a:blip r:embed="rId2"/>
          <a:stretch>
            <a:fillRect/>
          </a:stretch>
        </p:blipFill>
        <p:spPr>
          <a:xfrm>
            <a:off x="622300" y="1718494"/>
            <a:ext cx="10943167" cy="4529905"/>
          </a:xfrm>
          <a:prstGeom prst="rect">
            <a:avLst/>
          </a:prstGeom>
        </p:spPr>
      </p:pic>
    </p:spTree>
    <p:extLst>
      <p:ext uri="{BB962C8B-B14F-4D97-AF65-F5344CB8AC3E}">
        <p14:creationId xmlns:p14="http://schemas.microsoft.com/office/powerpoint/2010/main" val="81093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Thank you png Images - Free Download on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8908" y="1214966"/>
            <a:ext cx="5962650" cy="421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409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1297</Words>
  <Application>Microsoft Macintosh PowerPoint</Application>
  <PresentationFormat>Widescreen</PresentationFormat>
  <Paragraphs>108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Courier New</vt:lpstr>
      <vt:lpstr>Wingdings</vt:lpstr>
      <vt:lpstr>Office Theme</vt:lpstr>
      <vt:lpstr>PowerPoint Presentation</vt:lpstr>
      <vt:lpstr>Overview</vt:lpstr>
      <vt:lpstr>CV &amp; AI</vt:lpstr>
      <vt:lpstr>Applications of CV</vt:lpstr>
      <vt:lpstr>CV 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Hp</dc:creator>
  <cp:lastModifiedBy>macbook</cp:lastModifiedBy>
  <cp:revision>35</cp:revision>
  <dcterms:created xsi:type="dcterms:W3CDTF">2025-10-17T07:05:30Z</dcterms:created>
  <dcterms:modified xsi:type="dcterms:W3CDTF">2026-10-17T02:39:51Z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B6246A4CA69653D07D87E468E438CFCA_42</vt:lpwstr>
  </property>
  <property fmtid="{D5CDD505-2E9C-101B-9397-08002B2CF9AE}" pid="3" name="KSOProductBuildVer">
    <vt:lpwstr>1033-12.1.23143.23143</vt:lpwstr>
  </property>
</Properties>
</file>