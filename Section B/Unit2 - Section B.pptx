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4"/>
    <p:sldId id="258"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447"/>
    <p:restoredTop sz="94316"/>
  </p:normalViewPr>
  <p:slideViewPr>
    <p:cSldViewPr snapToGrid="0">
      <p:cViewPr varScale="1">
        <p:scale>
          <a:sx n="75" d="100"/>
          <a:sy n="75" d="100"/>
        </p:scale>
        <p:origin x="76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47BA613-E827-8846-BB21-A69B1000F6A1}" type="doc">
      <dgm:prSet loTypeId="urn:microsoft.com/office/officeart/2005/8/layout/venn2" loCatId="" qsTypeId="urn:microsoft.com/office/officeart/2005/8/quickstyle/simple1" qsCatId="simple" csTypeId="urn:microsoft.com/office/officeart/2005/8/colors/accent3_1" csCatId="accent3" phldr="1"/>
      <dgm:spPr/>
      <dgm:t>
        <a:bodyPr/>
        <a:lstStyle/>
        <a:p>
          <a:endParaRPr lang="en-GB"/>
        </a:p>
      </dgm:t>
    </dgm:pt>
    <dgm:pt modelId="{C7F0706F-386D-5042-AE43-17F91D7D157B}">
      <dgm:prSet phldrT="[Text]"/>
      <dgm:spPr/>
      <dgm:t>
        <a:bodyPr/>
        <a:lstStyle/>
        <a:p>
          <a:r>
            <a:rPr lang="en-GB" dirty="0"/>
            <a:t>AI</a:t>
          </a:r>
        </a:p>
      </dgm:t>
    </dgm:pt>
    <dgm:pt modelId="{48E16A7D-44E5-E94C-867A-D27F0074F665}" type="parTrans" cxnId="{318BB57A-A797-5D45-924B-D36C55F26850}">
      <dgm:prSet/>
      <dgm:spPr/>
      <dgm:t>
        <a:bodyPr/>
        <a:lstStyle/>
        <a:p>
          <a:endParaRPr lang="en-GB"/>
        </a:p>
      </dgm:t>
    </dgm:pt>
    <dgm:pt modelId="{9D862BEC-094B-C24C-9A60-ED3174B18EFC}" type="sibTrans" cxnId="{318BB57A-A797-5D45-924B-D36C55F26850}">
      <dgm:prSet/>
      <dgm:spPr/>
      <dgm:t>
        <a:bodyPr/>
        <a:lstStyle/>
        <a:p>
          <a:endParaRPr lang="en-GB"/>
        </a:p>
      </dgm:t>
    </dgm:pt>
    <dgm:pt modelId="{1B724FC6-1926-DB4C-BD86-68FA8493C94E}">
      <dgm:prSet phldrT="[Text]"/>
      <dgm:spPr/>
      <dgm:t>
        <a:bodyPr/>
        <a:lstStyle/>
        <a:p>
          <a:r>
            <a:rPr lang="en-GB" dirty="0"/>
            <a:t>ML</a:t>
          </a:r>
        </a:p>
      </dgm:t>
    </dgm:pt>
    <dgm:pt modelId="{9F7CBE14-9168-044B-ABB1-3963D2C69966}" type="parTrans" cxnId="{9687F8CB-65D6-4C4B-A54E-12F969B42076}">
      <dgm:prSet/>
      <dgm:spPr/>
      <dgm:t>
        <a:bodyPr/>
        <a:lstStyle/>
        <a:p>
          <a:endParaRPr lang="en-GB"/>
        </a:p>
      </dgm:t>
    </dgm:pt>
    <dgm:pt modelId="{158CF67D-32A0-AF49-8626-8AB16D3541A5}" type="sibTrans" cxnId="{9687F8CB-65D6-4C4B-A54E-12F969B42076}">
      <dgm:prSet/>
      <dgm:spPr/>
      <dgm:t>
        <a:bodyPr/>
        <a:lstStyle/>
        <a:p>
          <a:endParaRPr lang="en-GB"/>
        </a:p>
      </dgm:t>
    </dgm:pt>
    <dgm:pt modelId="{94DB2FEA-1D4B-0C46-8C0C-2CA55EE9C50D}">
      <dgm:prSet phldrT="[Text]"/>
      <dgm:spPr/>
      <dgm:t>
        <a:bodyPr/>
        <a:lstStyle/>
        <a:p>
          <a:r>
            <a:rPr lang="en-GB" dirty="0"/>
            <a:t>DL</a:t>
          </a:r>
        </a:p>
      </dgm:t>
    </dgm:pt>
    <dgm:pt modelId="{EE940BAE-BD72-D845-9B41-F5056F3CE23B}" type="parTrans" cxnId="{7C988AAC-6789-3C4F-B98C-24D81C843A14}">
      <dgm:prSet/>
      <dgm:spPr/>
      <dgm:t>
        <a:bodyPr/>
        <a:lstStyle/>
        <a:p>
          <a:endParaRPr lang="en-GB"/>
        </a:p>
      </dgm:t>
    </dgm:pt>
    <dgm:pt modelId="{94FC4CE1-7776-6049-8389-5E32CF5152D2}" type="sibTrans" cxnId="{7C988AAC-6789-3C4F-B98C-24D81C843A14}">
      <dgm:prSet/>
      <dgm:spPr/>
      <dgm:t>
        <a:bodyPr/>
        <a:lstStyle/>
        <a:p>
          <a:endParaRPr lang="en-GB"/>
        </a:p>
      </dgm:t>
    </dgm:pt>
    <dgm:pt modelId="{85802516-5729-3A45-AE68-476E2F854693}" type="pres">
      <dgm:prSet presAssocID="{D47BA613-E827-8846-BB21-A69B1000F6A1}" presName="Name0" presStyleCnt="0">
        <dgm:presLayoutVars>
          <dgm:chMax val="7"/>
          <dgm:resizeHandles val="exact"/>
        </dgm:presLayoutVars>
      </dgm:prSet>
      <dgm:spPr/>
    </dgm:pt>
    <dgm:pt modelId="{40844F31-5329-6249-94A5-783A4F69B3EB}" type="pres">
      <dgm:prSet presAssocID="{D47BA613-E827-8846-BB21-A69B1000F6A1}" presName="comp1" presStyleCnt="0"/>
      <dgm:spPr/>
    </dgm:pt>
    <dgm:pt modelId="{7C906ED4-B64C-324C-A150-E9D1172F0DAC}" type="pres">
      <dgm:prSet presAssocID="{D47BA613-E827-8846-BB21-A69B1000F6A1}" presName="circle1" presStyleLbl="node1" presStyleIdx="0" presStyleCnt="3"/>
      <dgm:spPr/>
    </dgm:pt>
    <dgm:pt modelId="{315BB713-45B6-E446-B52D-33D82009A92E}" type="pres">
      <dgm:prSet presAssocID="{D47BA613-E827-8846-BB21-A69B1000F6A1}" presName="c1text" presStyleLbl="node1" presStyleIdx="0" presStyleCnt="3">
        <dgm:presLayoutVars>
          <dgm:bulletEnabled val="1"/>
        </dgm:presLayoutVars>
      </dgm:prSet>
      <dgm:spPr/>
    </dgm:pt>
    <dgm:pt modelId="{3D9E81D0-5CDC-5D42-8568-D73104A07A34}" type="pres">
      <dgm:prSet presAssocID="{D47BA613-E827-8846-BB21-A69B1000F6A1}" presName="comp2" presStyleCnt="0"/>
      <dgm:spPr/>
    </dgm:pt>
    <dgm:pt modelId="{F656639C-52D7-F54D-8A18-84B21A8E5832}" type="pres">
      <dgm:prSet presAssocID="{D47BA613-E827-8846-BB21-A69B1000F6A1}" presName="circle2" presStyleLbl="node1" presStyleIdx="1" presStyleCnt="3"/>
      <dgm:spPr/>
    </dgm:pt>
    <dgm:pt modelId="{916343E5-493E-A747-A213-2CFD77832B19}" type="pres">
      <dgm:prSet presAssocID="{D47BA613-E827-8846-BB21-A69B1000F6A1}" presName="c2text" presStyleLbl="node1" presStyleIdx="1" presStyleCnt="3">
        <dgm:presLayoutVars>
          <dgm:bulletEnabled val="1"/>
        </dgm:presLayoutVars>
      </dgm:prSet>
      <dgm:spPr/>
    </dgm:pt>
    <dgm:pt modelId="{A717DB86-15EE-0041-8D48-9DA45AD04FFB}" type="pres">
      <dgm:prSet presAssocID="{D47BA613-E827-8846-BB21-A69B1000F6A1}" presName="comp3" presStyleCnt="0"/>
      <dgm:spPr/>
    </dgm:pt>
    <dgm:pt modelId="{4FEBEC97-DC6B-8E4F-88EE-07B52D03CC39}" type="pres">
      <dgm:prSet presAssocID="{D47BA613-E827-8846-BB21-A69B1000F6A1}" presName="circle3" presStyleLbl="node1" presStyleIdx="2" presStyleCnt="3"/>
      <dgm:spPr/>
    </dgm:pt>
    <dgm:pt modelId="{317DEEC1-1647-0841-B7DC-AF1F29D714C2}" type="pres">
      <dgm:prSet presAssocID="{D47BA613-E827-8846-BB21-A69B1000F6A1}" presName="c3text" presStyleLbl="node1" presStyleIdx="2" presStyleCnt="3">
        <dgm:presLayoutVars>
          <dgm:bulletEnabled val="1"/>
        </dgm:presLayoutVars>
      </dgm:prSet>
      <dgm:spPr/>
    </dgm:pt>
  </dgm:ptLst>
  <dgm:cxnLst>
    <dgm:cxn modelId="{79AC770E-AD98-5845-BB63-DC0CBEA01E1D}" type="presOf" srcId="{D47BA613-E827-8846-BB21-A69B1000F6A1}" destId="{85802516-5729-3A45-AE68-476E2F854693}" srcOrd="0" destOrd="0" presId="urn:microsoft.com/office/officeart/2005/8/layout/venn2"/>
    <dgm:cxn modelId="{B70E7E12-6BF8-7E4E-A60D-C4C4F0F8FB1B}" type="presOf" srcId="{1B724FC6-1926-DB4C-BD86-68FA8493C94E}" destId="{916343E5-493E-A747-A213-2CFD77832B19}" srcOrd="1" destOrd="0" presId="urn:microsoft.com/office/officeart/2005/8/layout/venn2"/>
    <dgm:cxn modelId="{FE7ED13E-683F-0245-84C5-E001D78D4A3F}" type="presOf" srcId="{94DB2FEA-1D4B-0C46-8C0C-2CA55EE9C50D}" destId="{317DEEC1-1647-0841-B7DC-AF1F29D714C2}" srcOrd="1" destOrd="0" presId="urn:microsoft.com/office/officeart/2005/8/layout/venn2"/>
    <dgm:cxn modelId="{964DFA49-5646-1B45-99C2-F1B1114F69E8}" type="presOf" srcId="{C7F0706F-386D-5042-AE43-17F91D7D157B}" destId="{7C906ED4-B64C-324C-A150-E9D1172F0DAC}" srcOrd="0" destOrd="0" presId="urn:microsoft.com/office/officeart/2005/8/layout/venn2"/>
    <dgm:cxn modelId="{46FDB65C-4A95-CC43-8F6D-05BA4E98ACE8}" type="presOf" srcId="{1B724FC6-1926-DB4C-BD86-68FA8493C94E}" destId="{F656639C-52D7-F54D-8A18-84B21A8E5832}" srcOrd="0" destOrd="0" presId="urn:microsoft.com/office/officeart/2005/8/layout/venn2"/>
    <dgm:cxn modelId="{F26CEE69-A72B-2A48-B9E9-701577CBA31E}" type="presOf" srcId="{C7F0706F-386D-5042-AE43-17F91D7D157B}" destId="{315BB713-45B6-E446-B52D-33D82009A92E}" srcOrd="1" destOrd="0" presId="urn:microsoft.com/office/officeart/2005/8/layout/venn2"/>
    <dgm:cxn modelId="{318BB57A-A797-5D45-924B-D36C55F26850}" srcId="{D47BA613-E827-8846-BB21-A69B1000F6A1}" destId="{C7F0706F-386D-5042-AE43-17F91D7D157B}" srcOrd="0" destOrd="0" parTransId="{48E16A7D-44E5-E94C-867A-D27F0074F665}" sibTransId="{9D862BEC-094B-C24C-9A60-ED3174B18EFC}"/>
    <dgm:cxn modelId="{7C988AAC-6789-3C4F-B98C-24D81C843A14}" srcId="{D47BA613-E827-8846-BB21-A69B1000F6A1}" destId="{94DB2FEA-1D4B-0C46-8C0C-2CA55EE9C50D}" srcOrd="2" destOrd="0" parTransId="{EE940BAE-BD72-D845-9B41-F5056F3CE23B}" sibTransId="{94FC4CE1-7776-6049-8389-5E32CF5152D2}"/>
    <dgm:cxn modelId="{937D63B9-CF6F-4A4F-93C2-183F5CEFA7D3}" type="presOf" srcId="{94DB2FEA-1D4B-0C46-8C0C-2CA55EE9C50D}" destId="{4FEBEC97-DC6B-8E4F-88EE-07B52D03CC39}" srcOrd="0" destOrd="0" presId="urn:microsoft.com/office/officeart/2005/8/layout/venn2"/>
    <dgm:cxn modelId="{9687F8CB-65D6-4C4B-A54E-12F969B42076}" srcId="{D47BA613-E827-8846-BB21-A69B1000F6A1}" destId="{1B724FC6-1926-DB4C-BD86-68FA8493C94E}" srcOrd="1" destOrd="0" parTransId="{9F7CBE14-9168-044B-ABB1-3963D2C69966}" sibTransId="{158CF67D-32A0-AF49-8626-8AB16D3541A5}"/>
    <dgm:cxn modelId="{28D0F740-383E-2D42-9342-E8B60D0388A3}" type="presParOf" srcId="{85802516-5729-3A45-AE68-476E2F854693}" destId="{40844F31-5329-6249-94A5-783A4F69B3EB}" srcOrd="0" destOrd="0" presId="urn:microsoft.com/office/officeart/2005/8/layout/venn2"/>
    <dgm:cxn modelId="{FE588E76-B0DA-3B47-9180-480DA1BE6C1C}" type="presParOf" srcId="{40844F31-5329-6249-94A5-783A4F69B3EB}" destId="{7C906ED4-B64C-324C-A150-E9D1172F0DAC}" srcOrd="0" destOrd="0" presId="urn:microsoft.com/office/officeart/2005/8/layout/venn2"/>
    <dgm:cxn modelId="{BEE00C00-A888-144D-8A6E-19856AEE08A1}" type="presParOf" srcId="{40844F31-5329-6249-94A5-783A4F69B3EB}" destId="{315BB713-45B6-E446-B52D-33D82009A92E}" srcOrd="1" destOrd="0" presId="urn:microsoft.com/office/officeart/2005/8/layout/venn2"/>
    <dgm:cxn modelId="{4797D438-FC94-744A-879F-486EE91C6523}" type="presParOf" srcId="{85802516-5729-3A45-AE68-476E2F854693}" destId="{3D9E81D0-5CDC-5D42-8568-D73104A07A34}" srcOrd="1" destOrd="0" presId="urn:microsoft.com/office/officeart/2005/8/layout/venn2"/>
    <dgm:cxn modelId="{7CA32E46-488F-8B4A-A0F9-9F7253EA7F35}" type="presParOf" srcId="{3D9E81D0-5CDC-5D42-8568-D73104A07A34}" destId="{F656639C-52D7-F54D-8A18-84B21A8E5832}" srcOrd="0" destOrd="0" presId="urn:microsoft.com/office/officeart/2005/8/layout/venn2"/>
    <dgm:cxn modelId="{80E6FEC2-E9B9-1E47-873F-63DD5CF86BAC}" type="presParOf" srcId="{3D9E81D0-5CDC-5D42-8568-D73104A07A34}" destId="{916343E5-493E-A747-A213-2CFD77832B19}" srcOrd="1" destOrd="0" presId="urn:microsoft.com/office/officeart/2005/8/layout/venn2"/>
    <dgm:cxn modelId="{6E358770-1810-144C-AB50-717A76DC60CD}" type="presParOf" srcId="{85802516-5729-3A45-AE68-476E2F854693}" destId="{A717DB86-15EE-0041-8D48-9DA45AD04FFB}" srcOrd="2" destOrd="0" presId="urn:microsoft.com/office/officeart/2005/8/layout/venn2"/>
    <dgm:cxn modelId="{11655F0F-D2C9-8E4E-B924-C8893F22BCE6}" type="presParOf" srcId="{A717DB86-15EE-0041-8D48-9DA45AD04FFB}" destId="{4FEBEC97-DC6B-8E4F-88EE-07B52D03CC39}" srcOrd="0" destOrd="0" presId="urn:microsoft.com/office/officeart/2005/8/layout/venn2"/>
    <dgm:cxn modelId="{C24AB201-6BF8-214F-A94B-ABB42D81E0D3}" type="presParOf" srcId="{A717DB86-15EE-0041-8D48-9DA45AD04FFB}" destId="{317DEEC1-1647-0841-B7DC-AF1F29D714C2}" srcOrd="1" destOrd="0" presId="urn:microsoft.com/office/officeart/2005/8/layout/ven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906ED4-B64C-324C-A150-E9D1172F0DAC}">
      <dsp:nvSpPr>
        <dsp:cNvPr id="0" name=""/>
        <dsp:cNvSpPr/>
      </dsp:nvSpPr>
      <dsp:spPr>
        <a:xfrm>
          <a:off x="1354666" y="0"/>
          <a:ext cx="5418667" cy="5418667"/>
        </a:xfrm>
        <a:prstGeom prst="ellipse">
          <a:avLst/>
        </a:prstGeom>
        <a:solidFill>
          <a:schemeClr val="lt1">
            <a:hueOff val="0"/>
            <a:satOff val="0"/>
            <a:lumOff val="0"/>
            <a:alphaOff val="0"/>
          </a:schemeClr>
        </a:solidFill>
        <a:ln w="1905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GB" sz="2600" kern="1200" dirty="0"/>
            <a:t>AI</a:t>
          </a:r>
        </a:p>
      </dsp:txBody>
      <dsp:txXfrm>
        <a:off x="3117087" y="270933"/>
        <a:ext cx="1893824" cy="812800"/>
      </dsp:txXfrm>
    </dsp:sp>
    <dsp:sp modelId="{F656639C-52D7-F54D-8A18-84B21A8E5832}">
      <dsp:nvSpPr>
        <dsp:cNvPr id="0" name=""/>
        <dsp:cNvSpPr/>
      </dsp:nvSpPr>
      <dsp:spPr>
        <a:xfrm>
          <a:off x="2031999" y="1354666"/>
          <a:ext cx="4064000" cy="4064000"/>
        </a:xfrm>
        <a:prstGeom prst="ellipse">
          <a:avLst/>
        </a:prstGeom>
        <a:solidFill>
          <a:schemeClr val="lt1">
            <a:hueOff val="0"/>
            <a:satOff val="0"/>
            <a:lumOff val="0"/>
            <a:alphaOff val="0"/>
          </a:schemeClr>
        </a:solidFill>
        <a:ln w="1905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GB" sz="2600" kern="1200" dirty="0"/>
            <a:t>ML</a:t>
          </a:r>
        </a:p>
      </dsp:txBody>
      <dsp:txXfrm>
        <a:off x="3117087" y="1608666"/>
        <a:ext cx="1893824" cy="762000"/>
      </dsp:txXfrm>
    </dsp:sp>
    <dsp:sp modelId="{4FEBEC97-DC6B-8E4F-88EE-07B52D03CC39}">
      <dsp:nvSpPr>
        <dsp:cNvPr id="0" name=""/>
        <dsp:cNvSpPr/>
      </dsp:nvSpPr>
      <dsp:spPr>
        <a:xfrm>
          <a:off x="2709333" y="2709333"/>
          <a:ext cx="2709333" cy="2709333"/>
        </a:xfrm>
        <a:prstGeom prst="ellipse">
          <a:avLst/>
        </a:prstGeom>
        <a:solidFill>
          <a:schemeClr val="lt1">
            <a:hueOff val="0"/>
            <a:satOff val="0"/>
            <a:lumOff val="0"/>
            <a:alphaOff val="0"/>
          </a:schemeClr>
        </a:solidFill>
        <a:ln w="1905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GB" sz="2600" kern="1200" dirty="0"/>
            <a:t>DL</a:t>
          </a:r>
        </a:p>
      </dsp:txBody>
      <dsp:txXfrm>
        <a:off x="3106105" y="3386666"/>
        <a:ext cx="1915788" cy="1354666"/>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72770-40FC-C754-6A94-DB7B63CA5AB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2947C26-867B-157E-DE35-A28675048D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348DF647-ED87-2818-1FD2-64C9D4C8AA6E}"/>
              </a:ext>
            </a:extLst>
          </p:cNvPr>
          <p:cNvSpPr>
            <a:spLocks noGrp="1"/>
          </p:cNvSpPr>
          <p:nvPr>
            <p:ph type="dt" sz="half" idx="10"/>
          </p:nvPr>
        </p:nvSpPr>
        <p:spPr/>
        <p:txBody>
          <a:bodyPr/>
          <a:lstStyle/>
          <a:p>
            <a:fld id="{58423632-B649-D943-A414-270DE189F97A}" type="datetimeFigureOut">
              <a:rPr lang="en-US" smtClean="0"/>
              <a:t>4/7/26</a:t>
            </a:fld>
            <a:endParaRPr lang="en-US"/>
          </a:p>
        </p:txBody>
      </p:sp>
      <p:sp>
        <p:nvSpPr>
          <p:cNvPr id="5" name="Footer Placeholder 4">
            <a:extLst>
              <a:ext uri="{FF2B5EF4-FFF2-40B4-BE49-F238E27FC236}">
                <a16:creationId xmlns:a16="http://schemas.microsoft.com/office/drawing/2014/main" id="{BC0626D1-52C7-03B3-BAEE-B8BEC1B92F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DAF8DA-962C-AA07-AF08-029396A66C21}"/>
              </a:ext>
            </a:extLst>
          </p:cNvPr>
          <p:cNvSpPr>
            <a:spLocks noGrp="1"/>
          </p:cNvSpPr>
          <p:nvPr>
            <p:ph type="sldNum" sz="quarter" idx="12"/>
          </p:nvPr>
        </p:nvSpPr>
        <p:spPr/>
        <p:txBody>
          <a:bodyPr/>
          <a:lstStyle/>
          <a:p>
            <a:fld id="{EDFE85B9-FFE9-9648-92DF-9A939EEA8246}" type="slidenum">
              <a:rPr lang="en-US" smtClean="0"/>
              <a:t>‹#›</a:t>
            </a:fld>
            <a:endParaRPr lang="en-US"/>
          </a:p>
        </p:txBody>
      </p:sp>
    </p:spTree>
    <p:extLst>
      <p:ext uri="{BB962C8B-B14F-4D97-AF65-F5344CB8AC3E}">
        <p14:creationId xmlns:p14="http://schemas.microsoft.com/office/powerpoint/2010/main" val="2018277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EA943-0FEC-C424-ACE5-E32757CD7F6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EAC6BD8-122E-8EC3-CC48-383099574B3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F3D2CF1-2ACF-DC1F-1D6E-B76E8302F24C}"/>
              </a:ext>
            </a:extLst>
          </p:cNvPr>
          <p:cNvSpPr>
            <a:spLocks noGrp="1"/>
          </p:cNvSpPr>
          <p:nvPr>
            <p:ph type="dt" sz="half" idx="10"/>
          </p:nvPr>
        </p:nvSpPr>
        <p:spPr/>
        <p:txBody>
          <a:bodyPr/>
          <a:lstStyle/>
          <a:p>
            <a:fld id="{58423632-B649-D943-A414-270DE189F97A}" type="datetimeFigureOut">
              <a:rPr lang="en-US" smtClean="0"/>
              <a:t>4/7/26</a:t>
            </a:fld>
            <a:endParaRPr lang="en-US"/>
          </a:p>
        </p:txBody>
      </p:sp>
      <p:sp>
        <p:nvSpPr>
          <p:cNvPr id="5" name="Footer Placeholder 4">
            <a:extLst>
              <a:ext uri="{FF2B5EF4-FFF2-40B4-BE49-F238E27FC236}">
                <a16:creationId xmlns:a16="http://schemas.microsoft.com/office/drawing/2014/main" id="{9AE2A0BC-F895-9EAC-600B-72F6BAE4D0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FECC32-9E4F-BC55-A9FB-C5A3B3BB11ED}"/>
              </a:ext>
            </a:extLst>
          </p:cNvPr>
          <p:cNvSpPr>
            <a:spLocks noGrp="1"/>
          </p:cNvSpPr>
          <p:nvPr>
            <p:ph type="sldNum" sz="quarter" idx="12"/>
          </p:nvPr>
        </p:nvSpPr>
        <p:spPr/>
        <p:txBody>
          <a:bodyPr/>
          <a:lstStyle/>
          <a:p>
            <a:fld id="{EDFE85B9-FFE9-9648-92DF-9A939EEA8246}" type="slidenum">
              <a:rPr lang="en-US" smtClean="0"/>
              <a:t>‹#›</a:t>
            </a:fld>
            <a:endParaRPr lang="en-US"/>
          </a:p>
        </p:txBody>
      </p:sp>
    </p:spTree>
    <p:extLst>
      <p:ext uri="{BB962C8B-B14F-4D97-AF65-F5344CB8AC3E}">
        <p14:creationId xmlns:p14="http://schemas.microsoft.com/office/powerpoint/2010/main" val="3007239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60804-76A0-26FD-F876-5DB60F58DEB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EB2EA88D-F320-C410-89F2-A3D3230F6D4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73D02E6-1B01-89D9-25B8-F216370B5A05}"/>
              </a:ext>
            </a:extLst>
          </p:cNvPr>
          <p:cNvSpPr>
            <a:spLocks noGrp="1"/>
          </p:cNvSpPr>
          <p:nvPr>
            <p:ph type="dt" sz="half" idx="10"/>
          </p:nvPr>
        </p:nvSpPr>
        <p:spPr/>
        <p:txBody>
          <a:bodyPr/>
          <a:lstStyle/>
          <a:p>
            <a:fld id="{58423632-B649-D943-A414-270DE189F97A}" type="datetimeFigureOut">
              <a:rPr lang="en-US" smtClean="0"/>
              <a:t>4/7/26</a:t>
            </a:fld>
            <a:endParaRPr lang="en-US"/>
          </a:p>
        </p:txBody>
      </p:sp>
      <p:sp>
        <p:nvSpPr>
          <p:cNvPr id="5" name="Footer Placeholder 4">
            <a:extLst>
              <a:ext uri="{FF2B5EF4-FFF2-40B4-BE49-F238E27FC236}">
                <a16:creationId xmlns:a16="http://schemas.microsoft.com/office/drawing/2014/main" id="{3AA03C2A-BB98-2FC9-2B25-E0C74975D6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FF4847-B08D-C30F-C3D1-37EC0B5B6111}"/>
              </a:ext>
            </a:extLst>
          </p:cNvPr>
          <p:cNvSpPr>
            <a:spLocks noGrp="1"/>
          </p:cNvSpPr>
          <p:nvPr>
            <p:ph type="sldNum" sz="quarter" idx="12"/>
          </p:nvPr>
        </p:nvSpPr>
        <p:spPr/>
        <p:txBody>
          <a:bodyPr/>
          <a:lstStyle/>
          <a:p>
            <a:fld id="{EDFE85B9-FFE9-9648-92DF-9A939EEA8246}" type="slidenum">
              <a:rPr lang="en-US" smtClean="0"/>
              <a:t>‹#›</a:t>
            </a:fld>
            <a:endParaRPr lang="en-US"/>
          </a:p>
        </p:txBody>
      </p:sp>
    </p:spTree>
    <p:extLst>
      <p:ext uri="{BB962C8B-B14F-4D97-AF65-F5344CB8AC3E}">
        <p14:creationId xmlns:p14="http://schemas.microsoft.com/office/powerpoint/2010/main" val="21428854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7C0FA-B1BC-3966-3C91-3403862B5D1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A827E34-5D0F-15D5-128A-8F225EB3428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62DBA41-347A-3EBF-62FF-BD9B0860524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09DA25C-FE9C-D0F0-0E4E-322935B43385}"/>
              </a:ext>
            </a:extLst>
          </p:cNvPr>
          <p:cNvSpPr>
            <a:spLocks noGrp="1"/>
          </p:cNvSpPr>
          <p:nvPr>
            <p:ph type="dt" sz="half" idx="10"/>
          </p:nvPr>
        </p:nvSpPr>
        <p:spPr/>
        <p:txBody>
          <a:bodyPr/>
          <a:lstStyle/>
          <a:p>
            <a:fld id="{58423632-B649-D943-A414-270DE189F97A}" type="datetimeFigureOut">
              <a:rPr lang="en-US" smtClean="0"/>
              <a:t>4/7/26</a:t>
            </a:fld>
            <a:endParaRPr lang="en-US"/>
          </a:p>
        </p:txBody>
      </p:sp>
      <p:sp>
        <p:nvSpPr>
          <p:cNvPr id="6" name="Footer Placeholder 5">
            <a:extLst>
              <a:ext uri="{FF2B5EF4-FFF2-40B4-BE49-F238E27FC236}">
                <a16:creationId xmlns:a16="http://schemas.microsoft.com/office/drawing/2014/main" id="{AC8619CA-E872-49BE-2CA0-48B2065104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542023-624E-3297-536B-3EC86DE17435}"/>
              </a:ext>
            </a:extLst>
          </p:cNvPr>
          <p:cNvSpPr>
            <a:spLocks noGrp="1"/>
          </p:cNvSpPr>
          <p:nvPr>
            <p:ph type="sldNum" sz="quarter" idx="12"/>
          </p:nvPr>
        </p:nvSpPr>
        <p:spPr/>
        <p:txBody>
          <a:bodyPr/>
          <a:lstStyle/>
          <a:p>
            <a:fld id="{EDFE85B9-FFE9-9648-92DF-9A939EEA8246}" type="slidenum">
              <a:rPr lang="en-US" smtClean="0"/>
              <a:t>‹#›</a:t>
            </a:fld>
            <a:endParaRPr lang="en-US"/>
          </a:p>
        </p:txBody>
      </p:sp>
    </p:spTree>
    <p:extLst>
      <p:ext uri="{BB962C8B-B14F-4D97-AF65-F5344CB8AC3E}">
        <p14:creationId xmlns:p14="http://schemas.microsoft.com/office/powerpoint/2010/main" val="1125286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86FB3-E8E8-839A-C259-7FB2D3CFEA43}"/>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E57D064-716D-BEAD-D209-13BE85DABA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128D89D-D8E9-8013-7CE2-BB54FCF912E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522B61E3-9A2B-AD32-6014-0FC5F854E6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1D58B69-5553-59B3-BA5D-CDC25868FB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52E8AA26-12CD-C5C4-4E9A-F26DAA0EE6AD}"/>
              </a:ext>
            </a:extLst>
          </p:cNvPr>
          <p:cNvSpPr>
            <a:spLocks noGrp="1"/>
          </p:cNvSpPr>
          <p:nvPr>
            <p:ph type="dt" sz="half" idx="10"/>
          </p:nvPr>
        </p:nvSpPr>
        <p:spPr/>
        <p:txBody>
          <a:bodyPr/>
          <a:lstStyle/>
          <a:p>
            <a:fld id="{58423632-B649-D943-A414-270DE189F97A}" type="datetimeFigureOut">
              <a:rPr lang="en-US" smtClean="0"/>
              <a:t>4/7/26</a:t>
            </a:fld>
            <a:endParaRPr lang="en-US"/>
          </a:p>
        </p:txBody>
      </p:sp>
      <p:sp>
        <p:nvSpPr>
          <p:cNvPr id="8" name="Footer Placeholder 7">
            <a:extLst>
              <a:ext uri="{FF2B5EF4-FFF2-40B4-BE49-F238E27FC236}">
                <a16:creationId xmlns:a16="http://schemas.microsoft.com/office/drawing/2014/main" id="{288E41F3-B71F-CB7F-2196-DF20C96C6B1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BA65E18-E9C3-F692-099A-838FC3D67AA3}"/>
              </a:ext>
            </a:extLst>
          </p:cNvPr>
          <p:cNvSpPr>
            <a:spLocks noGrp="1"/>
          </p:cNvSpPr>
          <p:nvPr>
            <p:ph type="sldNum" sz="quarter" idx="12"/>
          </p:nvPr>
        </p:nvSpPr>
        <p:spPr/>
        <p:txBody>
          <a:bodyPr/>
          <a:lstStyle/>
          <a:p>
            <a:fld id="{EDFE85B9-FFE9-9648-92DF-9A939EEA8246}" type="slidenum">
              <a:rPr lang="en-US" smtClean="0"/>
              <a:t>‹#›</a:t>
            </a:fld>
            <a:endParaRPr lang="en-US"/>
          </a:p>
        </p:txBody>
      </p:sp>
    </p:spTree>
    <p:extLst>
      <p:ext uri="{BB962C8B-B14F-4D97-AF65-F5344CB8AC3E}">
        <p14:creationId xmlns:p14="http://schemas.microsoft.com/office/powerpoint/2010/main" val="26840096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B6CCF-D867-A68D-BFC9-9C4C7B31754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B1F865D-837C-9E33-FA4A-B804115BA200}"/>
              </a:ext>
            </a:extLst>
          </p:cNvPr>
          <p:cNvSpPr>
            <a:spLocks noGrp="1"/>
          </p:cNvSpPr>
          <p:nvPr>
            <p:ph type="dt" sz="half" idx="10"/>
          </p:nvPr>
        </p:nvSpPr>
        <p:spPr/>
        <p:txBody>
          <a:bodyPr/>
          <a:lstStyle/>
          <a:p>
            <a:fld id="{58423632-B649-D943-A414-270DE189F97A}" type="datetimeFigureOut">
              <a:rPr lang="en-US" smtClean="0"/>
              <a:t>4/7/26</a:t>
            </a:fld>
            <a:endParaRPr lang="en-US"/>
          </a:p>
        </p:txBody>
      </p:sp>
      <p:sp>
        <p:nvSpPr>
          <p:cNvPr id="4" name="Footer Placeholder 3">
            <a:extLst>
              <a:ext uri="{FF2B5EF4-FFF2-40B4-BE49-F238E27FC236}">
                <a16:creationId xmlns:a16="http://schemas.microsoft.com/office/drawing/2014/main" id="{CAA3267E-65F1-3B00-8735-E11B2CBDA8B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3DF1586-6090-2F91-8A47-899861034AC0}"/>
              </a:ext>
            </a:extLst>
          </p:cNvPr>
          <p:cNvSpPr>
            <a:spLocks noGrp="1"/>
          </p:cNvSpPr>
          <p:nvPr>
            <p:ph type="sldNum" sz="quarter" idx="12"/>
          </p:nvPr>
        </p:nvSpPr>
        <p:spPr/>
        <p:txBody>
          <a:bodyPr/>
          <a:lstStyle/>
          <a:p>
            <a:fld id="{EDFE85B9-FFE9-9648-92DF-9A939EEA8246}" type="slidenum">
              <a:rPr lang="en-US" smtClean="0"/>
              <a:t>‹#›</a:t>
            </a:fld>
            <a:endParaRPr lang="en-US"/>
          </a:p>
        </p:txBody>
      </p:sp>
    </p:spTree>
    <p:extLst>
      <p:ext uri="{BB962C8B-B14F-4D97-AF65-F5344CB8AC3E}">
        <p14:creationId xmlns:p14="http://schemas.microsoft.com/office/powerpoint/2010/main" val="3164682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CA129C-EA52-E589-ED5A-5FE7D11C4697}"/>
              </a:ext>
            </a:extLst>
          </p:cNvPr>
          <p:cNvSpPr>
            <a:spLocks noGrp="1"/>
          </p:cNvSpPr>
          <p:nvPr>
            <p:ph type="dt" sz="half" idx="10"/>
          </p:nvPr>
        </p:nvSpPr>
        <p:spPr/>
        <p:txBody>
          <a:bodyPr/>
          <a:lstStyle/>
          <a:p>
            <a:fld id="{58423632-B649-D943-A414-270DE189F97A}" type="datetimeFigureOut">
              <a:rPr lang="en-US" smtClean="0"/>
              <a:t>4/7/26</a:t>
            </a:fld>
            <a:endParaRPr lang="en-US"/>
          </a:p>
        </p:txBody>
      </p:sp>
      <p:sp>
        <p:nvSpPr>
          <p:cNvPr id="3" name="Footer Placeholder 2">
            <a:extLst>
              <a:ext uri="{FF2B5EF4-FFF2-40B4-BE49-F238E27FC236}">
                <a16:creationId xmlns:a16="http://schemas.microsoft.com/office/drawing/2014/main" id="{1BC231E9-A696-C599-9A61-4B9BDDB8BE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5E76F85-20BC-AC6A-48F9-32A82328B6B0}"/>
              </a:ext>
            </a:extLst>
          </p:cNvPr>
          <p:cNvSpPr>
            <a:spLocks noGrp="1"/>
          </p:cNvSpPr>
          <p:nvPr>
            <p:ph type="sldNum" sz="quarter" idx="12"/>
          </p:nvPr>
        </p:nvSpPr>
        <p:spPr/>
        <p:txBody>
          <a:bodyPr/>
          <a:lstStyle/>
          <a:p>
            <a:fld id="{EDFE85B9-FFE9-9648-92DF-9A939EEA8246}" type="slidenum">
              <a:rPr lang="en-US" smtClean="0"/>
              <a:t>‹#›</a:t>
            </a:fld>
            <a:endParaRPr lang="en-US"/>
          </a:p>
        </p:txBody>
      </p:sp>
    </p:spTree>
    <p:extLst>
      <p:ext uri="{BB962C8B-B14F-4D97-AF65-F5344CB8AC3E}">
        <p14:creationId xmlns:p14="http://schemas.microsoft.com/office/powerpoint/2010/main" val="26310465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B1521-2DA5-7A6E-66B9-714799F991D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94A676C-49E4-3795-9CB8-0F52CB8925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0B8A5721-89B6-F435-B7FB-DAE83C1D08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0C4B525-45D2-AC43-695D-4A0DAAC01CD0}"/>
              </a:ext>
            </a:extLst>
          </p:cNvPr>
          <p:cNvSpPr>
            <a:spLocks noGrp="1"/>
          </p:cNvSpPr>
          <p:nvPr>
            <p:ph type="dt" sz="half" idx="10"/>
          </p:nvPr>
        </p:nvSpPr>
        <p:spPr/>
        <p:txBody>
          <a:bodyPr/>
          <a:lstStyle/>
          <a:p>
            <a:fld id="{58423632-B649-D943-A414-270DE189F97A}" type="datetimeFigureOut">
              <a:rPr lang="en-US" smtClean="0"/>
              <a:t>4/7/26</a:t>
            </a:fld>
            <a:endParaRPr lang="en-US"/>
          </a:p>
        </p:txBody>
      </p:sp>
      <p:sp>
        <p:nvSpPr>
          <p:cNvPr id="6" name="Footer Placeholder 5">
            <a:extLst>
              <a:ext uri="{FF2B5EF4-FFF2-40B4-BE49-F238E27FC236}">
                <a16:creationId xmlns:a16="http://schemas.microsoft.com/office/drawing/2014/main" id="{884C24A1-4895-1FB7-CD33-253FF04939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EF1176-56BF-6E34-9955-1C16CCE2F4B5}"/>
              </a:ext>
            </a:extLst>
          </p:cNvPr>
          <p:cNvSpPr>
            <a:spLocks noGrp="1"/>
          </p:cNvSpPr>
          <p:nvPr>
            <p:ph type="sldNum" sz="quarter" idx="12"/>
          </p:nvPr>
        </p:nvSpPr>
        <p:spPr/>
        <p:txBody>
          <a:bodyPr/>
          <a:lstStyle/>
          <a:p>
            <a:fld id="{EDFE85B9-FFE9-9648-92DF-9A939EEA8246}" type="slidenum">
              <a:rPr lang="en-US" smtClean="0"/>
              <a:t>‹#›</a:t>
            </a:fld>
            <a:endParaRPr lang="en-US"/>
          </a:p>
        </p:txBody>
      </p:sp>
    </p:spTree>
    <p:extLst>
      <p:ext uri="{BB962C8B-B14F-4D97-AF65-F5344CB8AC3E}">
        <p14:creationId xmlns:p14="http://schemas.microsoft.com/office/powerpoint/2010/main" val="993548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315FA-9887-51C4-DCE4-B2CAC4587F5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B9D7E9D5-6010-EC43-BB7A-C319860737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963E7F3-FF08-789C-09C4-328054DD70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7A4B199-3849-A15B-A0B9-4A42BC2B718F}"/>
              </a:ext>
            </a:extLst>
          </p:cNvPr>
          <p:cNvSpPr>
            <a:spLocks noGrp="1"/>
          </p:cNvSpPr>
          <p:nvPr>
            <p:ph type="dt" sz="half" idx="10"/>
          </p:nvPr>
        </p:nvSpPr>
        <p:spPr/>
        <p:txBody>
          <a:bodyPr/>
          <a:lstStyle/>
          <a:p>
            <a:fld id="{58423632-B649-D943-A414-270DE189F97A}" type="datetimeFigureOut">
              <a:rPr lang="en-US" smtClean="0"/>
              <a:t>4/7/26</a:t>
            </a:fld>
            <a:endParaRPr lang="en-US"/>
          </a:p>
        </p:txBody>
      </p:sp>
      <p:sp>
        <p:nvSpPr>
          <p:cNvPr id="6" name="Footer Placeholder 5">
            <a:extLst>
              <a:ext uri="{FF2B5EF4-FFF2-40B4-BE49-F238E27FC236}">
                <a16:creationId xmlns:a16="http://schemas.microsoft.com/office/drawing/2014/main" id="{28CE3137-E877-E966-C169-AD86F42C32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A5CC41-C247-E63B-CF16-D77EB597BB4D}"/>
              </a:ext>
            </a:extLst>
          </p:cNvPr>
          <p:cNvSpPr>
            <a:spLocks noGrp="1"/>
          </p:cNvSpPr>
          <p:nvPr>
            <p:ph type="sldNum" sz="quarter" idx="12"/>
          </p:nvPr>
        </p:nvSpPr>
        <p:spPr/>
        <p:txBody>
          <a:bodyPr/>
          <a:lstStyle/>
          <a:p>
            <a:fld id="{EDFE85B9-FFE9-9648-92DF-9A939EEA8246}" type="slidenum">
              <a:rPr lang="en-US" smtClean="0"/>
              <a:t>‹#›</a:t>
            </a:fld>
            <a:endParaRPr lang="en-US"/>
          </a:p>
        </p:txBody>
      </p:sp>
    </p:spTree>
    <p:extLst>
      <p:ext uri="{BB962C8B-B14F-4D97-AF65-F5344CB8AC3E}">
        <p14:creationId xmlns:p14="http://schemas.microsoft.com/office/powerpoint/2010/main" val="35048973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D1941-6549-300F-55C5-61AB3F270798}"/>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B36FFC6-8519-A04C-218C-AF14890B127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9C77691-387C-A838-4205-F596E0BAF13A}"/>
              </a:ext>
            </a:extLst>
          </p:cNvPr>
          <p:cNvSpPr>
            <a:spLocks noGrp="1"/>
          </p:cNvSpPr>
          <p:nvPr>
            <p:ph type="dt" sz="half" idx="10"/>
          </p:nvPr>
        </p:nvSpPr>
        <p:spPr/>
        <p:txBody>
          <a:bodyPr/>
          <a:lstStyle/>
          <a:p>
            <a:fld id="{58423632-B649-D943-A414-270DE189F97A}" type="datetimeFigureOut">
              <a:rPr lang="en-US" smtClean="0"/>
              <a:t>4/7/26</a:t>
            </a:fld>
            <a:endParaRPr lang="en-US"/>
          </a:p>
        </p:txBody>
      </p:sp>
      <p:sp>
        <p:nvSpPr>
          <p:cNvPr id="5" name="Footer Placeholder 4">
            <a:extLst>
              <a:ext uri="{FF2B5EF4-FFF2-40B4-BE49-F238E27FC236}">
                <a16:creationId xmlns:a16="http://schemas.microsoft.com/office/drawing/2014/main" id="{CAC3E67C-953B-B083-9D0A-C7E7047DEE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BA7A0F-9110-B00F-7B4B-EBAC214BE043}"/>
              </a:ext>
            </a:extLst>
          </p:cNvPr>
          <p:cNvSpPr>
            <a:spLocks noGrp="1"/>
          </p:cNvSpPr>
          <p:nvPr>
            <p:ph type="sldNum" sz="quarter" idx="12"/>
          </p:nvPr>
        </p:nvSpPr>
        <p:spPr/>
        <p:txBody>
          <a:bodyPr/>
          <a:lstStyle/>
          <a:p>
            <a:fld id="{EDFE85B9-FFE9-9648-92DF-9A939EEA8246}" type="slidenum">
              <a:rPr lang="en-US" smtClean="0"/>
              <a:t>‹#›</a:t>
            </a:fld>
            <a:endParaRPr lang="en-US"/>
          </a:p>
        </p:txBody>
      </p:sp>
    </p:spTree>
    <p:extLst>
      <p:ext uri="{BB962C8B-B14F-4D97-AF65-F5344CB8AC3E}">
        <p14:creationId xmlns:p14="http://schemas.microsoft.com/office/powerpoint/2010/main" val="31197015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613729-63A0-1EB7-3708-E089B675E537}"/>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AAD76BC-F4C8-75B1-56C6-6634CEBF5F4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52E62A3-C286-B7FD-12F0-7EBDFA74177B}"/>
              </a:ext>
            </a:extLst>
          </p:cNvPr>
          <p:cNvSpPr>
            <a:spLocks noGrp="1"/>
          </p:cNvSpPr>
          <p:nvPr>
            <p:ph type="dt" sz="half" idx="10"/>
          </p:nvPr>
        </p:nvSpPr>
        <p:spPr/>
        <p:txBody>
          <a:bodyPr/>
          <a:lstStyle/>
          <a:p>
            <a:fld id="{58423632-B649-D943-A414-270DE189F97A}" type="datetimeFigureOut">
              <a:rPr lang="en-US" smtClean="0"/>
              <a:t>4/7/26</a:t>
            </a:fld>
            <a:endParaRPr lang="en-US"/>
          </a:p>
        </p:txBody>
      </p:sp>
      <p:sp>
        <p:nvSpPr>
          <p:cNvPr id="5" name="Footer Placeholder 4">
            <a:extLst>
              <a:ext uri="{FF2B5EF4-FFF2-40B4-BE49-F238E27FC236}">
                <a16:creationId xmlns:a16="http://schemas.microsoft.com/office/drawing/2014/main" id="{3C98CC2A-4CF8-934E-1815-4B9D4EB7E7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B302AF-9B30-A59D-9BCB-5FE865D30965}"/>
              </a:ext>
            </a:extLst>
          </p:cNvPr>
          <p:cNvSpPr>
            <a:spLocks noGrp="1"/>
          </p:cNvSpPr>
          <p:nvPr>
            <p:ph type="sldNum" sz="quarter" idx="12"/>
          </p:nvPr>
        </p:nvSpPr>
        <p:spPr/>
        <p:txBody>
          <a:bodyPr/>
          <a:lstStyle/>
          <a:p>
            <a:fld id="{EDFE85B9-FFE9-9648-92DF-9A939EEA8246}" type="slidenum">
              <a:rPr lang="en-US" smtClean="0"/>
              <a:t>‹#›</a:t>
            </a:fld>
            <a:endParaRPr lang="en-US"/>
          </a:p>
        </p:txBody>
      </p:sp>
    </p:spTree>
    <p:extLst>
      <p:ext uri="{BB962C8B-B14F-4D97-AF65-F5344CB8AC3E}">
        <p14:creationId xmlns:p14="http://schemas.microsoft.com/office/powerpoint/2010/main" val="22713415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05339C-3E4C-D1B0-8FAD-AF28C759F1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19B8AF7-A19A-0E86-E025-DEC2BD8AD9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BCC6B44-6F50-85CC-869D-B16EB2F150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423632-B649-D943-A414-270DE189F97A}" type="datetimeFigureOut">
              <a:rPr lang="en-US" smtClean="0"/>
              <a:t>4/7/26</a:t>
            </a:fld>
            <a:endParaRPr lang="en-US"/>
          </a:p>
        </p:txBody>
      </p:sp>
      <p:sp>
        <p:nvSpPr>
          <p:cNvPr id="5" name="Footer Placeholder 4">
            <a:extLst>
              <a:ext uri="{FF2B5EF4-FFF2-40B4-BE49-F238E27FC236}">
                <a16:creationId xmlns:a16="http://schemas.microsoft.com/office/drawing/2014/main" id="{35FE4D74-F88A-13AF-3BA6-1CB95CA627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62329D3-F427-39D2-06FE-06370AE059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DFE85B9-FFE9-9648-92DF-9A939EEA8246}" type="slidenum">
              <a:rPr lang="en-US" smtClean="0"/>
              <a:t>‹#›</a:t>
            </a:fld>
            <a:endParaRPr lang="en-US"/>
          </a:p>
        </p:txBody>
      </p:sp>
    </p:spTree>
    <p:extLst>
      <p:ext uri="{BB962C8B-B14F-4D97-AF65-F5344CB8AC3E}">
        <p14:creationId xmlns:p14="http://schemas.microsoft.com/office/powerpoint/2010/main" val="9213439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901D2-8F83-E075-9750-58AB66F94D08}"/>
              </a:ext>
            </a:extLst>
          </p:cNvPr>
          <p:cNvSpPr>
            <a:spLocks noGrp="1"/>
          </p:cNvSpPr>
          <p:nvPr>
            <p:ph type="ctrTitle"/>
          </p:nvPr>
        </p:nvSpPr>
        <p:spPr>
          <a:xfrm>
            <a:off x="1523999" y="2235200"/>
            <a:ext cx="9144000" cy="2387600"/>
          </a:xfrm>
        </p:spPr>
        <p:txBody>
          <a:bodyPr anchor="ctr">
            <a:normAutofit/>
          </a:bodyPr>
          <a:lstStyle/>
          <a:p>
            <a:r>
              <a:rPr lang="en-US" sz="6600" dirty="0">
                <a:latin typeface="Calibri" panose="020F0502020204030204" pitchFamily="34" charset="0"/>
                <a:cs typeface="Calibri" panose="020F0502020204030204" pitchFamily="34" charset="0"/>
              </a:rPr>
              <a:t>Advanced Concepts of Modeling in AI</a:t>
            </a:r>
          </a:p>
        </p:txBody>
      </p:sp>
      <p:sp>
        <p:nvSpPr>
          <p:cNvPr id="3" name="Subtitle 2">
            <a:extLst>
              <a:ext uri="{FF2B5EF4-FFF2-40B4-BE49-F238E27FC236}">
                <a16:creationId xmlns:a16="http://schemas.microsoft.com/office/drawing/2014/main" id="{A5C1603F-C160-6F8F-1C87-9DDBF9174AE6}"/>
              </a:ext>
            </a:extLst>
          </p:cNvPr>
          <p:cNvSpPr>
            <a:spLocks noGrp="1"/>
          </p:cNvSpPr>
          <p:nvPr>
            <p:ph type="subTitle" idx="1"/>
          </p:nvPr>
        </p:nvSpPr>
        <p:spPr>
          <a:xfrm>
            <a:off x="1523999" y="4821767"/>
            <a:ext cx="9144000" cy="827881"/>
          </a:xfrm>
        </p:spPr>
        <p:txBody>
          <a:bodyPr anchor="ctr"/>
          <a:lstStyle/>
          <a:p>
            <a:r>
              <a:rPr lang="en-US" dirty="0"/>
              <a:t>Unit 2</a:t>
            </a:r>
          </a:p>
        </p:txBody>
      </p:sp>
      <p:sp>
        <p:nvSpPr>
          <p:cNvPr id="4" name="TextBox 3">
            <a:extLst>
              <a:ext uri="{FF2B5EF4-FFF2-40B4-BE49-F238E27FC236}">
                <a16:creationId xmlns:a16="http://schemas.microsoft.com/office/drawing/2014/main" id="{7038E3F7-186E-58FD-58DD-E939220FD84F}"/>
              </a:ext>
            </a:extLst>
          </p:cNvPr>
          <p:cNvSpPr txBox="1"/>
          <p:nvPr/>
        </p:nvSpPr>
        <p:spPr>
          <a:xfrm>
            <a:off x="711200" y="914400"/>
            <a:ext cx="1314142" cy="369332"/>
          </a:xfrm>
          <a:prstGeom prst="rect">
            <a:avLst/>
          </a:prstGeom>
          <a:noFill/>
        </p:spPr>
        <p:txBody>
          <a:bodyPr wrap="none" rtlCol="0">
            <a:spAutoFit/>
          </a:bodyPr>
          <a:lstStyle/>
          <a:p>
            <a:r>
              <a:rPr lang="en-US" b="1" dirty="0">
                <a:latin typeface="Calibri" panose="020F0502020204030204" pitchFamily="34" charset="0"/>
                <a:cs typeface="Calibri" panose="020F0502020204030204" pitchFamily="34" charset="0"/>
              </a:rPr>
              <a:t>SECTION - B</a:t>
            </a:r>
          </a:p>
        </p:txBody>
      </p:sp>
      <p:pic>
        <p:nvPicPr>
          <p:cNvPr id="7170" name="Picture 2" descr="Ai Model PNGs for Free Download">
            <a:extLst>
              <a:ext uri="{FF2B5EF4-FFF2-40B4-BE49-F238E27FC236}">
                <a16:creationId xmlns:a16="http://schemas.microsoft.com/office/drawing/2014/main" id="{01AE2998-8D8C-2664-3C7D-E457398E78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2715" y="329009"/>
            <a:ext cx="2586567" cy="25865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31252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306E4-386A-585C-A5AD-271CEDB35534}"/>
            </a:ext>
          </a:extLst>
        </p:cNvPr>
        <p:cNvGrpSpPr/>
        <p:nvPr/>
      </p:nvGrpSpPr>
      <p:grpSpPr>
        <a:xfrm>
          <a:off x="0" y="0"/>
          <a:ext cx="0" cy="0"/>
          <a:chOff x="0" y="0"/>
          <a:chExt cx="0" cy="0"/>
        </a:xfrm>
      </p:grpSpPr>
      <p:pic>
        <p:nvPicPr>
          <p:cNvPr id="1026" name="Picture 2" descr="SmartBoards | Information Technology Services">
            <a:extLst>
              <a:ext uri="{FF2B5EF4-FFF2-40B4-BE49-F238E27FC236}">
                <a16:creationId xmlns:a16="http://schemas.microsoft.com/office/drawing/2014/main" id="{18D9727F-845D-FF18-67E5-1766501388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9204" y="775461"/>
            <a:ext cx="8516620" cy="533273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0A876C82-177F-03C8-125B-6999EBC92E51}"/>
              </a:ext>
            </a:extLst>
          </p:cNvPr>
          <p:cNvPicPr>
            <a:picLocks noChangeAspect="1"/>
          </p:cNvPicPr>
          <p:nvPr/>
        </p:nvPicPr>
        <p:blipFill>
          <a:blip r:embed="rId3"/>
          <a:stretch>
            <a:fillRect/>
          </a:stretch>
        </p:blipFill>
        <p:spPr>
          <a:xfrm>
            <a:off x="3401314" y="1202723"/>
            <a:ext cx="7772400" cy="3114571"/>
          </a:xfrm>
          <a:prstGeom prst="rect">
            <a:avLst/>
          </a:prstGeom>
        </p:spPr>
      </p:pic>
      <p:pic>
        <p:nvPicPr>
          <p:cNvPr id="11" name="Picture 10">
            <a:extLst>
              <a:ext uri="{FF2B5EF4-FFF2-40B4-BE49-F238E27FC236}">
                <a16:creationId xmlns:a16="http://schemas.microsoft.com/office/drawing/2014/main" id="{17088E9E-1E84-E5F7-1071-7AA94DDF2384}"/>
              </a:ext>
            </a:extLst>
          </p:cNvPr>
          <p:cNvPicPr>
            <a:picLocks noChangeAspect="1"/>
          </p:cNvPicPr>
          <p:nvPr/>
        </p:nvPicPr>
        <p:blipFill>
          <a:blip r:embed="rId4"/>
          <a:stretch>
            <a:fillRect/>
          </a:stretch>
        </p:blipFill>
        <p:spPr>
          <a:xfrm>
            <a:off x="3401314" y="4320342"/>
            <a:ext cx="7772400" cy="1290723"/>
          </a:xfrm>
          <a:prstGeom prst="rect">
            <a:avLst/>
          </a:prstGeom>
        </p:spPr>
      </p:pic>
      <p:pic>
        <p:nvPicPr>
          <p:cNvPr id="12" name="Picture 11">
            <a:extLst>
              <a:ext uri="{FF2B5EF4-FFF2-40B4-BE49-F238E27FC236}">
                <a16:creationId xmlns:a16="http://schemas.microsoft.com/office/drawing/2014/main" id="{AD7FCE31-114A-1005-7435-5C03A6487500}"/>
              </a:ext>
            </a:extLst>
          </p:cNvPr>
          <p:cNvPicPr>
            <a:picLocks noChangeAspect="1"/>
          </p:cNvPicPr>
          <p:nvPr/>
        </p:nvPicPr>
        <p:blipFill>
          <a:blip r:embed="rId5"/>
          <a:stretch>
            <a:fillRect/>
          </a:stretch>
        </p:blipFill>
        <p:spPr>
          <a:xfrm>
            <a:off x="396494" y="1767840"/>
            <a:ext cx="3224530" cy="4742688"/>
          </a:xfrm>
          <a:prstGeom prst="rect">
            <a:avLst/>
          </a:prstGeom>
        </p:spPr>
      </p:pic>
    </p:spTree>
    <p:extLst>
      <p:ext uri="{BB962C8B-B14F-4D97-AF65-F5344CB8AC3E}">
        <p14:creationId xmlns:p14="http://schemas.microsoft.com/office/powerpoint/2010/main" val="2705151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806AB-FB94-5655-9580-9A9D18DED9B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A69563F-A12F-1D01-44BF-619AB17D7B1C}"/>
              </a:ext>
            </a:extLst>
          </p:cNvPr>
          <p:cNvSpPr txBox="1"/>
          <p:nvPr/>
        </p:nvSpPr>
        <p:spPr>
          <a:xfrm>
            <a:off x="653806" y="741696"/>
            <a:ext cx="3764044" cy="523220"/>
          </a:xfrm>
          <a:prstGeom prst="rect">
            <a:avLst/>
          </a:prstGeom>
          <a:noFill/>
        </p:spPr>
        <p:txBody>
          <a:bodyPr wrap="none" rtlCol="0">
            <a:spAutoFit/>
          </a:bodyPr>
          <a:lstStyle/>
          <a:p>
            <a:r>
              <a:rPr lang="en-US" sz="2800" b="1" dirty="0">
                <a:latin typeface="Calibri" panose="020F0502020204030204" pitchFamily="34" charset="0"/>
                <a:cs typeface="Calibri" panose="020F0502020204030204" pitchFamily="34" charset="0"/>
              </a:rPr>
              <a:t>2.1 Revisiting AI, ML, DL</a:t>
            </a:r>
          </a:p>
        </p:txBody>
      </p:sp>
      <p:pic>
        <p:nvPicPr>
          <p:cNvPr id="5" name="Picture 4">
            <a:extLst>
              <a:ext uri="{FF2B5EF4-FFF2-40B4-BE49-F238E27FC236}">
                <a16:creationId xmlns:a16="http://schemas.microsoft.com/office/drawing/2014/main" id="{321C4242-1566-4E49-4B71-778763A46210}"/>
              </a:ext>
            </a:extLst>
          </p:cNvPr>
          <p:cNvPicPr>
            <a:picLocks noChangeAspect="1"/>
          </p:cNvPicPr>
          <p:nvPr/>
        </p:nvPicPr>
        <p:blipFill>
          <a:blip r:embed="rId2"/>
          <a:stretch>
            <a:fillRect/>
          </a:stretch>
        </p:blipFill>
        <p:spPr>
          <a:xfrm>
            <a:off x="653806" y="2545443"/>
            <a:ext cx="4445000" cy="4445000"/>
          </a:xfrm>
          <a:prstGeom prst="rect">
            <a:avLst/>
          </a:prstGeom>
        </p:spPr>
      </p:pic>
      <p:sp>
        <p:nvSpPr>
          <p:cNvPr id="6" name="Cloud Callout 5">
            <a:extLst>
              <a:ext uri="{FF2B5EF4-FFF2-40B4-BE49-F238E27FC236}">
                <a16:creationId xmlns:a16="http://schemas.microsoft.com/office/drawing/2014/main" id="{E30FD567-3955-F6B9-E20D-B3AFAA770910}"/>
              </a:ext>
            </a:extLst>
          </p:cNvPr>
          <p:cNvSpPr/>
          <p:nvPr/>
        </p:nvSpPr>
        <p:spPr>
          <a:xfrm>
            <a:off x="4423893" y="322943"/>
            <a:ext cx="6943859" cy="4445000"/>
          </a:xfrm>
          <a:prstGeom prst="cloudCallout">
            <a:avLst>
              <a:gd name="adj1" fmla="val -41573"/>
              <a:gd name="adj2" fmla="val 4606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To build an AI based project, we need to work around Artificially Intelligent models or algorithms. This could be done either by designing your own model or by using the pre-existing AI models. Before jumping into modelling let us clarify the definition of Artificial Intelligence (AI), Machine Learning (ML) and Deep Learning (DL).</a:t>
            </a:r>
          </a:p>
        </p:txBody>
      </p:sp>
    </p:spTree>
    <p:extLst>
      <p:ext uri="{BB962C8B-B14F-4D97-AF65-F5344CB8AC3E}">
        <p14:creationId xmlns:p14="http://schemas.microsoft.com/office/powerpoint/2010/main" val="1642320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25547-ED9C-6D37-55DB-EDCEEB56332E}"/>
            </a:ext>
          </a:extLst>
        </p:cNvPr>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B3A1E499-F805-8982-8F7C-BAF84CF2BF36}"/>
              </a:ext>
            </a:extLst>
          </p:cNvPr>
          <p:cNvGraphicFramePr/>
          <p:nvPr>
            <p:extLst>
              <p:ext uri="{D42A27DB-BD31-4B8C-83A1-F6EECF244321}">
                <p14:modId xmlns:p14="http://schemas.microsoft.com/office/powerpoint/2010/main" val="760732741"/>
              </p:ext>
            </p:extLst>
          </p:nvPr>
        </p:nvGraphicFramePr>
        <p:xfrm>
          <a:off x="2032000" y="1041638"/>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C607D031-29B5-AB6F-5B70-F4324A17A132}"/>
              </a:ext>
            </a:extLst>
          </p:cNvPr>
          <p:cNvSpPr txBox="1"/>
          <p:nvPr/>
        </p:nvSpPr>
        <p:spPr>
          <a:xfrm>
            <a:off x="185671" y="1567918"/>
            <a:ext cx="2892380" cy="1600438"/>
          </a:xfrm>
          <a:prstGeom prst="rect">
            <a:avLst/>
          </a:prstGeom>
          <a:noFill/>
          <a:ln>
            <a:solidFill>
              <a:srgbClr val="FF0000"/>
            </a:solidFill>
          </a:ln>
        </p:spPr>
        <p:txBody>
          <a:bodyPr wrap="square">
            <a:spAutoFit/>
          </a:bodyPr>
          <a:lstStyle/>
          <a:p>
            <a:pPr algn="just"/>
            <a:r>
              <a:rPr lang="en-US" sz="1400" dirty="0">
                <a:latin typeface="Calibri" panose="020F0502020204030204" pitchFamily="34" charset="0"/>
                <a:cs typeface="Calibri" panose="020F0502020204030204" pitchFamily="34" charset="0"/>
              </a:rPr>
              <a:t>Artificial Intelligence, or AI for short, refers to </a:t>
            </a:r>
            <a:r>
              <a:rPr lang="en-US" sz="1400" i="1" u="sng" dirty="0">
                <a:latin typeface="Calibri" panose="020F0502020204030204" pitchFamily="34" charset="0"/>
                <a:cs typeface="Calibri" panose="020F0502020204030204" pitchFamily="34" charset="0"/>
              </a:rPr>
              <a:t>any technique that enables computers to mimic human intelligence</a:t>
            </a:r>
            <a:r>
              <a:rPr lang="en-US" sz="1400" dirty="0">
                <a:latin typeface="Calibri" panose="020F0502020204030204" pitchFamily="34" charset="0"/>
                <a:cs typeface="Calibri" panose="020F0502020204030204" pitchFamily="34" charset="0"/>
              </a:rPr>
              <a:t>. An artificially intelligent machine works on algorithms and data fed to it and gives the desired output.</a:t>
            </a:r>
          </a:p>
        </p:txBody>
      </p:sp>
      <p:sp>
        <p:nvSpPr>
          <p:cNvPr id="8" name="TextBox 7">
            <a:extLst>
              <a:ext uri="{FF2B5EF4-FFF2-40B4-BE49-F238E27FC236}">
                <a16:creationId xmlns:a16="http://schemas.microsoft.com/office/drawing/2014/main" id="{EFBABBA4-2398-464A-0715-9825F8E1E361}"/>
              </a:ext>
            </a:extLst>
          </p:cNvPr>
          <p:cNvSpPr txBox="1"/>
          <p:nvPr/>
        </p:nvSpPr>
        <p:spPr>
          <a:xfrm>
            <a:off x="9113949" y="3165137"/>
            <a:ext cx="2892380" cy="1815882"/>
          </a:xfrm>
          <a:prstGeom prst="rect">
            <a:avLst/>
          </a:prstGeom>
          <a:noFill/>
          <a:ln>
            <a:solidFill>
              <a:srgbClr val="FF0000"/>
            </a:solidFill>
          </a:ln>
        </p:spPr>
        <p:txBody>
          <a:bodyPr wrap="square">
            <a:spAutoFit/>
          </a:bodyPr>
          <a:lstStyle/>
          <a:p>
            <a:pPr algn="just"/>
            <a:r>
              <a:rPr lang="en-US" sz="1400" dirty="0">
                <a:latin typeface="Calibri" panose="020F0502020204030204" pitchFamily="34" charset="0"/>
                <a:cs typeface="Calibri" panose="020F0502020204030204" pitchFamily="34" charset="0"/>
              </a:rPr>
              <a:t>Machine Learning (ML) helps </a:t>
            </a:r>
            <a:r>
              <a:rPr lang="en-US" sz="1400" i="1" u="sng" dirty="0">
                <a:latin typeface="Calibri" panose="020F0502020204030204" pitchFamily="34" charset="0"/>
                <a:cs typeface="Calibri" panose="020F0502020204030204" pitchFamily="34" charset="0"/>
              </a:rPr>
              <a:t>computers learn and get better at tasks over time</a:t>
            </a:r>
            <a:r>
              <a:rPr lang="en-US" sz="1400" dirty="0">
                <a:latin typeface="Calibri" panose="020F0502020204030204" pitchFamily="34" charset="0"/>
                <a:cs typeface="Calibri" panose="020F0502020204030204" pitchFamily="34" charset="0"/>
              </a:rPr>
              <a:t>, just like how students learn from practice. The computer </a:t>
            </a:r>
            <a:r>
              <a:rPr lang="en-US" sz="1400" u="sng" dirty="0">
                <a:latin typeface="Calibri" panose="020F0502020204030204" pitchFamily="34" charset="0"/>
                <a:cs typeface="Calibri" panose="020F0502020204030204" pitchFamily="34" charset="0"/>
              </a:rPr>
              <a:t>uses new data to improve its answers and also learns from its mistakes so it can do better next time</a:t>
            </a:r>
            <a:r>
              <a:rPr lang="en-US" sz="1400" dirty="0">
                <a:latin typeface="Calibri" panose="020F0502020204030204" pitchFamily="34" charset="0"/>
                <a:cs typeface="Calibri" panose="020F0502020204030204" pitchFamily="34" charset="0"/>
              </a:rPr>
              <a:t>.</a:t>
            </a:r>
          </a:p>
        </p:txBody>
      </p:sp>
      <p:sp>
        <p:nvSpPr>
          <p:cNvPr id="13" name="TextBox 12">
            <a:extLst>
              <a:ext uri="{FF2B5EF4-FFF2-40B4-BE49-F238E27FC236}">
                <a16:creationId xmlns:a16="http://schemas.microsoft.com/office/drawing/2014/main" id="{9A02B8B4-ABD0-A865-C7DF-13B90A61F640}"/>
              </a:ext>
            </a:extLst>
          </p:cNvPr>
          <p:cNvSpPr txBox="1"/>
          <p:nvPr/>
        </p:nvSpPr>
        <p:spPr>
          <a:xfrm>
            <a:off x="185671" y="4333589"/>
            <a:ext cx="2892380" cy="1815882"/>
          </a:xfrm>
          <a:prstGeom prst="rect">
            <a:avLst/>
          </a:prstGeom>
          <a:noFill/>
          <a:ln>
            <a:solidFill>
              <a:srgbClr val="FF0000"/>
            </a:solidFill>
          </a:ln>
        </p:spPr>
        <p:txBody>
          <a:bodyPr wrap="square">
            <a:spAutoFit/>
          </a:bodyPr>
          <a:lstStyle/>
          <a:p>
            <a:pPr algn="just"/>
            <a:r>
              <a:rPr lang="en-US" sz="1400" dirty="0">
                <a:latin typeface="Calibri" panose="020F0502020204030204" pitchFamily="34" charset="0"/>
                <a:cs typeface="Calibri" panose="020F0502020204030204" pitchFamily="34" charset="0"/>
              </a:rPr>
              <a:t>Deep Learning, or DL for short, enables software to </a:t>
            </a:r>
            <a:r>
              <a:rPr lang="en-US" sz="1400" i="1" u="sng" dirty="0">
                <a:latin typeface="Calibri" panose="020F0502020204030204" pitchFamily="34" charset="0"/>
                <a:cs typeface="Calibri" panose="020F0502020204030204" pitchFamily="34" charset="0"/>
              </a:rPr>
              <a:t>train itself to perform tasks with vast amounts of data</a:t>
            </a:r>
            <a:r>
              <a:rPr lang="en-US" sz="1400" dirty="0">
                <a:latin typeface="Calibri" panose="020F0502020204030204" pitchFamily="34" charset="0"/>
                <a:cs typeface="Calibri" panose="020F0502020204030204" pitchFamily="34" charset="0"/>
              </a:rPr>
              <a:t>. Since the system has got huge set of data, it is able to train itself with the help of multiple machine learning algorithms working altogether to perform a specific task.</a:t>
            </a:r>
          </a:p>
        </p:txBody>
      </p:sp>
      <p:cxnSp>
        <p:nvCxnSpPr>
          <p:cNvPr id="21" name="Straight Arrow Connector 20">
            <a:extLst>
              <a:ext uri="{FF2B5EF4-FFF2-40B4-BE49-F238E27FC236}">
                <a16:creationId xmlns:a16="http://schemas.microsoft.com/office/drawing/2014/main" id="{15F67B44-4BD1-AF02-15C1-AF366699CC40}"/>
              </a:ext>
            </a:extLst>
          </p:cNvPr>
          <p:cNvCxnSpPr/>
          <p:nvPr/>
        </p:nvCxnSpPr>
        <p:spPr>
          <a:xfrm>
            <a:off x="3078051" y="2368137"/>
            <a:ext cx="177728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9500E9E9-71BC-3E1E-3628-A6EB7C20B7ED}"/>
              </a:ext>
            </a:extLst>
          </p:cNvPr>
          <p:cNvCxnSpPr/>
          <p:nvPr/>
        </p:nvCxnSpPr>
        <p:spPr>
          <a:xfrm>
            <a:off x="3078051" y="5241530"/>
            <a:ext cx="177728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03DF8D8B-ADE8-DE8C-1B98-D35E373860B1}"/>
              </a:ext>
            </a:extLst>
          </p:cNvPr>
          <p:cNvCxnSpPr>
            <a:cxnSpLocks/>
          </p:cNvCxnSpPr>
          <p:nvPr/>
        </p:nvCxnSpPr>
        <p:spPr>
          <a:xfrm flipH="1">
            <a:off x="7435134" y="4054028"/>
            <a:ext cx="167881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32710860-8200-2EF8-D900-FF19303AC599}"/>
              </a:ext>
            </a:extLst>
          </p:cNvPr>
          <p:cNvSpPr txBox="1"/>
          <p:nvPr/>
        </p:nvSpPr>
        <p:spPr>
          <a:xfrm>
            <a:off x="185671" y="499971"/>
            <a:ext cx="5624297" cy="523220"/>
          </a:xfrm>
          <a:prstGeom prst="rect">
            <a:avLst/>
          </a:prstGeom>
          <a:noFill/>
        </p:spPr>
        <p:txBody>
          <a:bodyPr wrap="none" rtlCol="0">
            <a:spAutoFit/>
          </a:bodyPr>
          <a:lstStyle/>
          <a:p>
            <a:r>
              <a:rPr lang="en-US" sz="2800" b="1" dirty="0">
                <a:latin typeface="Calibri" panose="020F0502020204030204" pitchFamily="34" charset="0"/>
                <a:cs typeface="Calibri" panose="020F0502020204030204" pitchFamily="34" charset="0"/>
              </a:rPr>
              <a:t>Differentiate between AI, ML and DL</a:t>
            </a:r>
          </a:p>
        </p:txBody>
      </p:sp>
    </p:spTree>
    <p:extLst>
      <p:ext uri="{BB962C8B-B14F-4D97-AF65-F5344CB8AC3E}">
        <p14:creationId xmlns:p14="http://schemas.microsoft.com/office/powerpoint/2010/main" val="1500590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E45AB-4E0C-BA93-028E-87DF10E0F046}"/>
            </a:ext>
          </a:extLst>
        </p:cNvPr>
        <p:cNvGrpSpPr/>
        <p:nvPr/>
      </p:nvGrpSpPr>
      <p:grpSpPr>
        <a:xfrm>
          <a:off x="0" y="0"/>
          <a:ext cx="0" cy="0"/>
          <a:chOff x="0" y="0"/>
          <a:chExt cx="0" cy="0"/>
        </a:xfrm>
      </p:grpSpPr>
      <p:sp>
        <p:nvSpPr>
          <p:cNvPr id="29" name="TextBox 28">
            <a:extLst>
              <a:ext uri="{FF2B5EF4-FFF2-40B4-BE49-F238E27FC236}">
                <a16:creationId xmlns:a16="http://schemas.microsoft.com/office/drawing/2014/main" id="{D51517E1-B5B5-1C4B-4331-71BCACAFAE66}"/>
              </a:ext>
            </a:extLst>
          </p:cNvPr>
          <p:cNvSpPr txBox="1"/>
          <p:nvPr/>
        </p:nvSpPr>
        <p:spPr>
          <a:xfrm>
            <a:off x="507405" y="635438"/>
            <a:ext cx="3618298" cy="523220"/>
          </a:xfrm>
          <a:prstGeom prst="rect">
            <a:avLst/>
          </a:prstGeom>
          <a:noFill/>
        </p:spPr>
        <p:txBody>
          <a:bodyPr wrap="none" rtlCol="0">
            <a:spAutoFit/>
          </a:bodyPr>
          <a:lstStyle/>
          <a:p>
            <a:r>
              <a:rPr lang="en-US" sz="2800" b="1" dirty="0">
                <a:latin typeface="Calibri" panose="020F0502020204030204" pitchFamily="34" charset="0"/>
                <a:cs typeface="Calibri" panose="020F0502020204030204" pitchFamily="34" charset="0"/>
              </a:rPr>
              <a:t>Machine Learning (ML)</a:t>
            </a:r>
          </a:p>
        </p:txBody>
      </p:sp>
      <p:sp>
        <p:nvSpPr>
          <p:cNvPr id="5" name="TextBox 4">
            <a:extLst>
              <a:ext uri="{FF2B5EF4-FFF2-40B4-BE49-F238E27FC236}">
                <a16:creationId xmlns:a16="http://schemas.microsoft.com/office/drawing/2014/main" id="{1436F2FF-7391-DD30-DF46-B878B042A42C}"/>
              </a:ext>
            </a:extLst>
          </p:cNvPr>
          <p:cNvSpPr txBox="1"/>
          <p:nvPr/>
        </p:nvSpPr>
        <p:spPr>
          <a:xfrm>
            <a:off x="507405" y="1323533"/>
            <a:ext cx="11125795" cy="1938992"/>
          </a:xfrm>
          <a:prstGeom prst="rect">
            <a:avLst/>
          </a:prstGeom>
          <a:noFill/>
        </p:spPr>
        <p:txBody>
          <a:bodyPr wrap="square">
            <a:spAutoFit/>
          </a:bodyPr>
          <a:lstStyle/>
          <a:p>
            <a:pPr algn="just"/>
            <a:r>
              <a:rPr lang="en-US" sz="2400" dirty="0">
                <a:latin typeface="Calibri" panose="020F0502020204030204" pitchFamily="34" charset="0"/>
                <a:cs typeface="Calibri" panose="020F0502020204030204" pitchFamily="34" charset="0"/>
              </a:rPr>
              <a:t>Machine Learning (ML) </a:t>
            </a:r>
            <a:r>
              <a:rPr lang="en-US" sz="2400" u="sng" dirty="0">
                <a:latin typeface="Calibri" panose="020F0502020204030204" pitchFamily="34" charset="0"/>
                <a:cs typeface="Calibri" panose="020F0502020204030204" pitchFamily="34" charset="0"/>
              </a:rPr>
              <a:t>is a way for computers to learn from data </a:t>
            </a:r>
            <a:r>
              <a:rPr lang="en-US" sz="2400" dirty="0">
                <a:latin typeface="Calibri" panose="020F0502020204030204" pitchFamily="34" charset="0"/>
                <a:cs typeface="Calibri" panose="020F0502020204030204" pitchFamily="34" charset="0"/>
              </a:rPr>
              <a:t>and improve their performance without being told exactly what to do at every step. Instead of following only fixed instructions, the computer looks for patterns in data, uses them to make predictions or decisions, and gets better over time by learning from new data and its mistakes.</a:t>
            </a:r>
          </a:p>
        </p:txBody>
      </p:sp>
      <p:pic>
        <p:nvPicPr>
          <p:cNvPr id="7" name="Picture 6">
            <a:extLst>
              <a:ext uri="{FF2B5EF4-FFF2-40B4-BE49-F238E27FC236}">
                <a16:creationId xmlns:a16="http://schemas.microsoft.com/office/drawing/2014/main" id="{E98E60D5-8C9C-E6BC-F9A9-EBB8DF62AC1B}"/>
              </a:ext>
            </a:extLst>
          </p:cNvPr>
          <p:cNvPicPr>
            <a:picLocks noChangeAspect="1"/>
          </p:cNvPicPr>
          <p:nvPr/>
        </p:nvPicPr>
        <p:blipFill>
          <a:blip r:embed="rId2"/>
          <a:stretch>
            <a:fillRect/>
          </a:stretch>
        </p:blipFill>
        <p:spPr>
          <a:xfrm>
            <a:off x="3290060" y="3262525"/>
            <a:ext cx="5560483" cy="2643914"/>
          </a:xfrm>
          <a:prstGeom prst="rect">
            <a:avLst/>
          </a:prstGeom>
        </p:spPr>
      </p:pic>
      <p:sp>
        <p:nvSpPr>
          <p:cNvPr id="10" name="TextBox 9">
            <a:extLst>
              <a:ext uri="{FF2B5EF4-FFF2-40B4-BE49-F238E27FC236}">
                <a16:creationId xmlns:a16="http://schemas.microsoft.com/office/drawing/2014/main" id="{84FAB7B3-D568-05E1-95D4-0218693E6A0E}"/>
              </a:ext>
            </a:extLst>
          </p:cNvPr>
          <p:cNvSpPr txBox="1"/>
          <p:nvPr/>
        </p:nvSpPr>
        <p:spPr>
          <a:xfrm>
            <a:off x="533102" y="6071314"/>
            <a:ext cx="11125795" cy="646331"/>
          </a:xfrm>
          <a:prstGeom prst="rect">
            <a:avLst/>
          </a:prstGeom>
          <a:noFill/>
        </p:spPr>
        <p:txBody>
          <a:bodyPr wrap="square">
            <a:spAutoFit/>
          </a:bodyPr>
          <a:lstStyle/>
          <a:p>
            <a:pPr algn="just"/>
            <a:r>
              <a:rPr lang="en-US" dirty="0">
                <a:latin typeface="Calibri" panose="020F0502020204030204" pitchFamily="34" charset="0"/>
                <a:cs typeface="Calibri" panose="020F0502020204030204" pitchFamily="34" charset="0"/>
              </a:rPr>
              <a:t>This is just a broad representation of how a machine learning model works. Input (past or historical data) is given to the ML model and the model generates output by learning from the input data.</a:t>
            </a:r>
          </a:p>
        </p:txBody>
      </p:sp>
    </p:spTree>
    <p:extLst>
      <p:ext uri="{BB962C8B-B14F-4D97-AF65-F5344CB8AC3E}">
        <p14:creationId xmlns:p14="http://schemas.microsoft.com/office/powerpoint/2010/main" val="2811122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EADF5-9C3F-106D-C309-933BF0248EC9}"/>
            </a:ext>
          </a:extLst>
        </p:cNvPr>
        <p:cNvGrpSpPr/>
        <p:nvPr/>
      </p:nvGrpSpPr>
      <p:grpSpPr>
        <a:xfrm>
          <a:off x="0" y="0"/>
          <a:ext cx="0" cy="0"/>
          <a:chOff x="0" y="0"/>
          <a:chExt cx="0" cy="0"/>
        </a:xfrm>
      </p:grpSpPr>
      <p:sp>
        <p:nvSpPr>
          <p:cNvPr id="29" name="TextBox 28">
            <a:extLst>
              <a:ext uri="{FF2B5EF4-FFF2-40B4-BE49-F238E27FC236}">
                <a16:creationId xmlns:a16="http://schemas.microsoft.com/office/drawing/2014/main" id="{898B08E4-791C-48BE-A4EB-C03F6231C42F}"/>
              </a:ext>
            </a:extLst>
          </p:cNvPr>
          <p:cNvSpPr txBox="1"/>
          <p:nvPr/>
        </p:nvSpPr>
        <p:spPr>
          <a:xfrm>
            <a:off x="507405" y="635438"/>
            <a:ext cx="2962221" cy="523220"/>
          </a:xfrm>
          <a:prstGeom prst="rect">
            <a:avLst/>
          </a:prstGeom>
          <a:noFill/>
        </p:spPr>
        <p:txBody>
          <a:bodyPr wrap="none" rtlCol="0">
            <a:spAutoFit/>
          </a:bodyPr>
          <a:lstStyle/>
          <a:p>
            <a:r>
              <a:rPr lang="en-US" sz="2800" b="1" dirty="0">
                <a:latin typeface="Calibri" panose="020F0502020204030204" pitchFamily="34" charset="0"/>
                <a:cs typeface="Calibri" panose="020F0502020204030204" pitchFamily="34" charset="0"/>
              </a:rPr>
              <a:t>How does it work?</a:t>
            </a:r>
          </a:p>
        </p:txBody>
      </p:sp>
      <p:sp>
        <p:nvSpPr>
          <p:cNvPr id="5" name="TextBox 4">
            <a:extLst>
              <a:ext uri="{FF2B5EF4-FFF2-40B4-BE49-F238E27FC236}">
                <a16:creationId xmlns:a16="http://schemas.microsoft.com/office/drawing/2014/main" id="{B4DF5EB4-ACA6-E319-0881-5037A32E062B}"/>
              </a:ext>
            </a:extLst>
          </p:cNvPr>
          <p:cNvSpPr txBox="1"/>
          <p:nvPr/>
        </p:nvSpPr>
        <p:spPr>
          <a:xfrm>
            <a:off x="507405" y="1323533"/>
            <a:ext cx="11125795" cy="1200329"/>
          </a:xfrm>
          <a:prstGeom prst="rect">
            <a:avLst/>
          </a:prstGeom>
          <a:noFill/>
        </p:spPr>
        <p:txBody>
          <a:bodyPr wrap="square">
            <a:spAutoFit/>
          </a:bodyPr>
          <a:lstStyle/>
          <a:p>
            <a:pPr algn="just"/>
            <a:r>
              <a:rPr lang="en-US" sz="2400" dirty="0">
                <a:latin typeface="Calibri" panose="020F0502020204030204" pitchFamily="34" charset="0"/>
                <a:cs typeface="Calibri" panose="020F0502020204030204" pitchFamily="34" charset="0"/>
              </a:rPr>
              <a:t>Example shows labelled images (every image is tagged either as apple or strawberry) are given as input to the ML model. ML model learns from the input data to </a:t>
            </a:r>
            <a:r>
              <a:rPr lang="en-US" sz="2400" u="sng" dirty="0">
                <a:latin typeface="Calibri" panose="020F0502020204030204" pitchFamily="34" charset="0"/>
                <a:cs typeface="Calibri" panose="020F0502020204030204" pitchFamily="34" charset="0"/>
              </a:rPr>
              <a:t>classify</a:t>
            </a:r>
            <a:r>
              <a:rPr lang="en-US" sz="2400" dirty="0">
                <a:latin typeface="Calibri" panose="020F0502020204030204" pitchFamily="34" charset="0"/>
                <a:cs typeface="Calibri" panose="020F0502020204030204" pitchFamily="34" charset="0"/>
              </a:rPr>
              <a:t> </a:t>
            </a:r>
            <a:r>
              <a:rPr lang="en-US" sz="2400" u="sng" dirty="0">
                <a:latin typeface="Calibri" panose="020F0502020204030204" pitchFamily="34" charset="0"/>
                <a:cs typeface="Calibri" panose="020F0502020204030204" pitchFamily="34" charset="0"/>
              </a:rPr>
              <a:t>between apples and strawberries </a:t>
            </a:r>
            <a:r>
              <a:rPr lang="en-US" sz="2400" dirty="0">
                <a:latin typeface="Calibri" panose="020F0502020204030204" pitchFamily="34" charset="0"/>
                <a:cs typeface="Calibri" panose="020F0502020204030204" pitchFamily="34" charset="0"/>
              </a:rPr>
              <a:t>and </a:t>
            </a:r>
            <a:r>
              <a:rPr lang="en-US" sz="2400" u="sng" dirty="0">
                <a:latin typeface="Calibri" panose="020F0502020204030204" pitchFamily="34" charset="0"/>
                <a:cs typeface="Calibri" panose="020F0502020204030204" pitchFamily="34" charset="0"/>
              </a:rPr>
              <a:t>predicts the correct output as shown</a:t>
            </a:r>
            <a:r>
              <a:rPr lang="en-US" sz="2400" dirty="0">
                <a:latin typeface="Calibri" panose="020F0502020204030204" pitchFamily="34" charset="0"/>
                <a:cs typeface="Calibri" panose="020F0502020204030204" pitchFamily="34" charset="0"/>
              </a:rPr>
              <a:t>.</a:t>
            </a:r>
          </a:p>
        </p:txBody>
      </p:sp>
      <p:pic>
        <p:nvPicPr>
          <p:cNvPr id="2" name="Picture 1">
            <a:extLst>
              <a:ext uri="{FF2B5EF4-FFF2-40B4-BE49-F238E27FC236}">
                <a16:creationId xmlns:a16="http://schemas.microsoft.com/office/drawing/2014/main" id="{BEBFD4BD-3A60-26AC-0DD1-9553DEC1264D}"/>
              </a:ext>
            </a:extLst>
          </p:cNvPr>
          <p:cNvPicPr>
            <a:picLocks noChangeAspect="1"/>
          </p:cNvPicPr>
          <p:nvPr/>
        </p:nvPicPr>
        <p:blipFill>
          <a:blip r:embed="rId2"/>
          <a:stretch>
            <a:fillRect/>
          </a:stretch>
        </p:blipFill>
        <p:spPr>
          <a:xfrm>
            <a:off x="2282015" y="2853148"/>
            <a:ext cx="7627970" cy="3564585"/>
          </a:xfrm>
          <a:prstGeom prst="rect">
            <a:avLst/>
          </a:prstGeom>
        </p:spPr>
      </p:pic>
    </p:spTree>
    <p:extLst>
      <p:ext uri="{BB962C8B-B14F-4D97-AF65-F5344CB8AC3E}">
        <p14:creationId xmlns:p14="http://schemas.microsoft.com/office/powerpoint/2010/main" val="3920632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F59CF-5D21-6E2B-360C-56E9962E8B9F}"/>
            </a:ext>
          </a:extLst>
        </p:cNvPr>
        <p:cNvGrpSpPr/>
        <p:nvPr/>
      </p:nvGrpSpPr>
      <p:grpSpPr>
        <a:xfrm>
          <a:off x="0" y="0"/>
          <a:ext cx="0" cy="0"/>
          <a:chOff x="0" y="0"/>
          <a:chExt cx="0" cy="0"/>
        </a:xfrm>
      </p:grpSpPr>
      <p:sp>
        <p:nvSpPr>
          <p:cNvPr id="29" name="TextBox 28">
            <a:extLst>
              <a:ext uri="{FF2B5EF4-FFF2-40B4-BE49-F238E27FC236}">
                <a16:creationId xmlns:a16="http://schemas.microsoft.com/office/drawing/2014/main" id="{B9E55C55-241B-956E-175E-A17F1E5CA028}"/>
              </a:ext>
            </a:extLst>
          </p:cNvPr>
          <p:cNvSpPr txBox="1"/>
          <p:nvPr/>
        </p:nvSpPr>
        <p:spPr>
          <a:xfrm>
            <a:off x="507405" y="635438"/>
            <a:ext cx="2190793" cy="523220"/>
          </a:xfrm>
          <a:prstGeom prst="rect">
            <a:avLst/>
          </a:prstGeom>
          <a:noFill/>
        </p:spPr>
        <p:txBody>
          <a:bodyPr wrap="none" rtlCol="0">
            <a:spAutoFit/>
          </a:bodyPr>
          <a:lstStyle/>
          <a:p>
            <a:r>
              <a:rPr lang="en-US" sz="2800" b="1" dirty="0">
                <a:latin typeface="Calibri" panose="020F0502020204030204" pitchFamily="34" charset="0"/>
                <a:cs typeface="Calibri" panose="020F0502020204030204" pitchFamily="34" charset="0"/>
              </a:rPr>
              <a:t>Example - ML</a:t>
            </a:r>
          </a:p>
        </p:txBody>
      </p:sp>
      <p:sp>
        <p:nvSpPr>
          <p:cNvPr id="4" name="TextBox 3">
            <a:extLst>
              <a:ext uri="{FF2B5EF4-FFF2-40B4-BE49-F238E27FC236}">
                <a16:creationId xmlns:a16="http://schemas.microsoft.com/office/drawing/2014/main" id="{90E1DA11-C717-DB06-1AE7-EA785C2C08AC}"/>
              </a:ext>
            </a:extLst>
          </p:cNvPr>
          <p:cNvSpPr txBox="1"/>
          <p:nvPr/>
        </p:nvSpPr>
        <p:spPr>
          <a:xfrm>
            <a:off x="507405" y="1607515"/>
            <a:ext cx="10990328" cy="4031873"/>
          </a:xfrm>
          <a:prstGeom prst="rect">
            <a:avLst/>
          </a:prstGeom>
          <a:noFill/>
        </p:spPr>
        <p:txBody>
          <a:bodyPr wrap="square">
            <a:spAutoFit/>
          </a:bodyPr>
          <a:lstStyle/>
          <a:p>
            <a:r>
              <a:rPr lang="en-US" dirty="0">
                <a:latin typeface="Calibri" panose="020F0502020204030204" pitchFamily="34" charset="0"/>
                <a:cs typeface="Calibri" panose="020F0502020204030204" pitchFamily="34" charset="0"/>
              </a:rPr>
              <a:t>Common Machine Learning Examples and use Cases:</a:t>
            </a:r>
          </a:p>
          <a:p>
            <a:endParaRPr lang="en-US" dirty="0">
              <a:latin typeface="Calibri" panose="020F0502020204030204" pitchFamily="34" charset="0"/>
              <a:cs typeface="Calibri" panose="020F0502020204030204" pitchFamily="34" charset="0"/>
            </a:endParaRPr>
          </a:p>
          <a:p>
            <a:pPr marL="457200" indent="-457200">
              <a:buFont typeface="+mj-lt"/>
              <a:buAutoNum type="arabicPeriod"/>
            </a:pPr>
            <a:r>
              <a:rPr lang="en-US" sz="2000" b="1" dirty="0">
                <a:latin typeface="Calibri" panose="020F0502020204030204" pitchFamily="34" charset="0"/>
                <a:cs typeface="Calibri" panose="020F0502020204030204" pitchFamily="34" charset="0"/>
              </a:rPr>
              <a:t>Product/Streaming Recommendations</a:t>
            </a:r>
            <a:r>
              <a:rPr lang="en-US" sz="2000" dirty="0">
                <a:latin typeface="Calibri" panose="020F0502020204030204" pitchFamily="34" charset="0"/>
                <a:cs typeface="Calibri" panose="020F0502020204030204" pitchFamily="34" charset="0"/>
              </a:rPr>
              <a:t>: Algorithms (like on Spotify or Netflix) analyze browsing/listening history to suggest new content.</a:t>
            </a:r>
          </a:p>
          <a:p>
            <a:pPr marL="457200" indent="-457200">
              <a:buFont typeface="+mj-lt"/>
              <a:buAutoNum type="arabicPeriod"/>
            </a:pPr>
            <a:r>
              <a:rPr lang="en-US" sz="2000" b="1" dirty="0">
                <a:latin typeface="Calibri" panose="020F0502020204030204" pitchFamily="34" charset="0"/>
                <a:cs typeface="Calibri" panose="020F0502020204030204" pitchFamily="34" charset="0"/>
              </a:rPr>
              <a:t>Voice Assistants</a:t>
            </a:r>
            <a:r>
              <a:rPr lang="en-US" sz="2000" dirty="0">
                <a:latin typeface="Calibri" panose="020F0502020204030204" pitchFamily="34" charset="0"/>
                <a:cs typeface="Calibri" panose="020F0502020204030204" pitchFamily="34" charset="0"/>
              </a:rPr>
              <a:t>: Systems like Siri, Alexa, and Google Assistant use natural language processing (NLP) to understand commands and speech.</a:t>
            </a:r>
          </a:p>
          <a:p>
            <a:pPr marL="457200" indent="-457200">
              <a:buFont typeface="+mj-lt"/>
              <a:buAutoNum type="arabicPeriod"/>
            </a:pPr>
            <a:r>
              <a:rPr lang="en-US" sz="2000" b="1" dirty="0">
                <a:latin typeface="Calibri" panose="020F0502020204030204" pitchFamily="34" charset="0"/>
                <a:cs typeface="Calibri" panose="020F0502020204030204" pitchFamily="34" charset="0"/>
              </a:rPr>
              <a:t>Fraud Detection</a:t>
            </a:r>
            <a:r>
              <a:rPr lang="en-US" sz="2000" dirty="0">
                <a:latin typeface="Calibri" panose="020F0502020204030204" pitchFamily="34" charset="0"/>
                <a:cs typeface="Calibri" panose="020F0502020204030204" pitchFamily="34" charset="0"/>
              </a:rPr>
              <a:t>: Banks automatically flag suspicious transactions using pattern recognition.</a:t>
            </a:r>
          </a:p>
          <a:p>
            <a:pPr marL="457200" indent="-457200">
              <a:buFont typeface="+mj-lt"/>
              <a:buAutoNum type="arabicPeriod"/>
            </a:pPr>
            <a:r>
              <a:rPr lang="en-US" sz="2000" b="1" dirty="0">
                <a:latin typeface="Calibri" panose="020F0502020204030204" pitchFamily="34" charset="0"/>
                <a:cs typeface="Calibri" panose="020F0502020204030204" pitchFamily="34" charset="0"/>
              </a:rPr>
              <a:t>Email Filters</a:t>
            </a:r>
            <a:r>
              <a:rPr lang="en-US" sz="2000" dirty="0">
                <a:latin typeface="Calibri" panose="020F0502020204030204" pitchFamily="34" charset="0"/>
                <a:cs typeface="Calibri" panose="020F0502020204030204" pitchFamily="34" charset="0"/>
              </a:rPr>
              <a:t>: Classifying incoming emails as spam or legitimate, learning from user behavior.</a:t>
            </a:r>
          </a:p>
          <a:p>
            <a:pPr marL="457200" indent="-457200">
              <a:buFont typeface="+mj-lt"/>
              <a:buAutoNum type="arabicPeriod"/>
            </a:pPr>
            <a:r>
              <a:rPr lang="en-US" sz="2000" dirty="0">
                <a:latin typeface="Calibri" panose="020F0502020204030204" pitchFamily="34" charset="0"/>
                <a:cs typeface="Calibri" panose="020F0502020204030204" pitchFamily="34" charset="0"/>
              </a:rPr>
              <a:t>Transportation/Navigation: Google Maps analyzes traffic to determine the fastest routes.</a:t>
            </a:r>
          </a:p>
          <a:p>
            <a:pPr marL="457200" indent="-457200">
              <a:buFont typeface="+mj-lt"/>
              <a:buAutoNum type="arabicPeriod"/>
            </a:pPr>
            <a:r>
              <a:rPr lang="en-US" sz="2000" b="1" dirty="0">
                <a:latin typeface="Calibri" panose="020F0502020204030204" pitchFamily="34" charset="0"/>
                <a:cs typeface="Calibri" panose="020F0502020204030204" pitchFamily="34" charset="0"/>
              </a:rPr>
              <a:t>Healthcare Diagnostics</a:t>
            </a:r>
            <a:r>
              <a:rPr lang="en-US" sz="2000" dirty="0">
                <a:latin typeface="Calibri" panose="020F0502020204030204" pitchFamily="34" charset="0"/>
                <a:cs typeface="Calibri" panose="020F0502020204030204" pitchFamily="34" charset="0"/>
              </a:rPr>
              <a:t>: Analyzing X-rays or genetic data to detect diseases earlier than traditional methods.</a:t>
            </a:r>
          </a:p>
          <a:p>
            <a:pPr marL="457200" indent="-457200">
              <a:buFont typeface="+mj-lt"/>
              <a:buAutoNum type="arabicPeriod"/>
            </a:pPr>
            <a:r>
              <a:rPr lang="en-US" sz="2000" b="1" dirty="0">
                <a:latin typeface="Calibri" panose="020F0502020204030204" pitchFamily="34" charset="0"/>
                <a:cs typeface="Calibri" panose="020F0502020204030204" pitchFamily="34" charset="0"/>
              </a:rPr>
              <a:t>Predictive Text/Autocorrect</a:t>
            </a:r>
            <a:r>
              <a:rPr lang="en-US" sz="2000" dirty="0">
                <a:latin typeface="Calibri" panose="020F0502020204030204" pitchFamily="34" charset="0"/>
                <a:cs typeface="Calibri" panose="020F0502020204030204" pitchFamily="34" charset="0"/>
              </a:rPr>
              <a:t>: Smart keyboards learn typing patterns to suggest words.</a:t>
            </a:r>
          </a:p>
          <a:p>
            <a:pPr marL="457200" indent="-457200">
              <a:buFont typeface="+mj-lt"/>
              <a:buAutoNum type="arabicPeriod"/>
            </a:pPr>
            <a:r>
              <a:rPr lang="en-US" sz="2000" b="1" dirty="0">
                <a:latin typeface="Calibri" panose="020F0502020204030204" pitchFamily="34" charset="0"/>
                <a:cs typeface="Calibri" panose="020F0502020204030204" pitchFamily="34" charset="0"/>
              </a:rPr>
              <a:t>Chatbots</a:t>
            </a:r>
            <a:r>
              <a:rPr lang="en-US" sz="2000" dirty="0">
                <a:latin typeface="Calibri" panose="020F0502020204030204" pitchFamily="34" charset="0"/>
                <a:cs typeface="Calibri" panose="020F0502020204030204" pitchFamily="34" charset="0"/>
              </a:rPr>
              <a:t>: AI-powered customer service bots handling support queries 24/7.</a:t>
            </a:r>
          </a:p>
        </p:txBody>
      </p:sp>
    </p:spTree>
    <p:extLst>
      <p:ext uri="{BB962C8B-B14F-4D97-AF65-F5344CB8AC3E}">
        <p14:creationId xmlns:p14="http://schemas.microsoft.com/office/powerpoint/2010/main" val="36266057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178</TotalTime>
  <Words>531</Words>
  <Application>Microsoft Macintosh PowerPoint</Application>
  <PresentationFormat>Widescreen</PresentationFormat>
  <Paragraphs>28</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Calibri</vt:lpstr>
      <vt:lpstr>Office Theme</vt:lpstr>
      <vt:lpstr>Advanced Concepts of Modeling in AI</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macbook</dc:creator>
  <cp:lastModifiedBy>macbook</cp:lastModifiedBy>
  <cp:revision>1</cp:revision>
  <dcterms:created xsi:type="dcterms:W3CDTF">2026-04-07T03:21:05Z</dcterms:created>
  <dcterms:modified xsi:type="dcterms:W3CDTF">2026-04-07T06:19:34Z</dcterms:modified>
</cp:coreProperties>
</file>